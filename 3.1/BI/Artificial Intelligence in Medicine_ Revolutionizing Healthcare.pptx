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matic SC"/>
      <p:regular r:id="rId18"/>
      <p:bold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6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maticSC-bold.fntdata"/><Relationship Id="rId6" Type="http://schemas.openxmlformats.org/officeDocument/2006/relationships/slide" Target="slides/slide1.xml"/><Relationship Id="rId18" Type="http://schemas.openxmlformats.org/officeDocument/2006/relationships/font" Target="fonts/AmaticS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d05e2224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d05e2224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d05e2224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d05e2224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d05e2224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d05e2224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d05e2224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d05e222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d05e2224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d05e2224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d05e2224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d05e222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d05e2224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d05e2224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d05e2224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d05e2224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d05e2224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d05e2224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05e2224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d05e2224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05e2224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d05e2224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5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9.gif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Artificial Intelligence in Medicine: Revolutionizing Healthcare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Roman Suvorov, S. S. Adanenko, Artem Gnevkov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49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интеллект в медицине: революция в здравоохранении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Суворов Роман, Аданенко С. С., Гневков Артём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Introduction - AI in Medicine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Artificial Intelligence (AI) helps analyze data, diagnose, and predict outcomes.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Enhances precision and personalization in medicine.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699325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in Diagnostics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analyzes medical images (X-rays, MRIs, CT scans).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Detects diseases at early stages (e.g., cancer, cardiovascular conditions).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Provides fast and accurate diagnostics.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10263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Surgery and Trauma Care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AI-powered robots enhance surgical precision.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Minimally invasive procedures and adaptation to anatomy.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In trauma care — rapid data processing for prioritized treatment.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10263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Personalized Medicine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Analyzes medical and genetic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Recommends individualized treatment plans.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Optimizes therapies and reduces side effects.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10263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Predictive Analytics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Identifies patients at risk for chronic diseases.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Enables early diagnosis and prevention.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Improves long-term health outcomes.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10263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in Rehabilitation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Virtual assistants for post-surgery rehabilitation.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Tracks progress and adapts treatment plans.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Accelerates recovery and reduces burden on healthcare staff.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10263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Conclusion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is revolutionizing diagnostics, surgery, and rehabilitation.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Enhances precision, personalization, and healthcare efficiency.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Holds great potential for global health improvement.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450" y="971250"/>
            <a:ext cx="374485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Questions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228675"/>
            <a:ext cx="8520600" cy="3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What medical imaging techniques does AI analyze to detect diseases like cancer?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Which medical fields benefit from AI-powered robotic systems in surgery?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How does AI improve recovery rates in personalized medicine?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What chronic conditions does AI help identify at-risk patients for?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How does AI assist patients in rehabilitation programs?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Answers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2286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 X-rays, MRIs, and CT scans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Orthopedics, cardiology, and neurosurgery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3. By analyzing medical and genetic data to recommend tailored treatments, selecting optimal therapies, and reducing side effects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4. Diabetes and heart disease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5. Through virtual assistants and programs that help perform exercises, track progress, and adapt treatment plans based on their condition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1374300"/>
            <a:ext cx="8520600" cy="23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6100">
                <a:solidFill>
                  <a:schemeClr val="lt1"/>
                </a:solidFill>
              </a:rPr>
              <a:t>Thank You for Your Attention!</a:t>
            </a:r>
            <a:endParaRPr sz="6211">
              <a:solidFill>
                <a:schemeClr val="lt1"/>
              </a:solidFill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32104">
            <a:off x="6787350" y="8849"/>
            <a:ext cx="2109576" cy="210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81024">
            <a:off x="-337575" y="-148975"/>
            <a:ext cx="2668600" cy="200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9000" y="131613"/>
            <a:ext cx="2238799" cy="167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1375" y="3477000"/>
            <a:ext cx="4195599" cy="31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254452" y="3975473"/>
            <a:ext cx="5297852" cy="3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900" y="3024875"/>
            <a:ext cx="1610151" cy="9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64725" y="2269575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4450" y="3024875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57550" y="2948775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0625" y="286050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64725" y="242140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80200" y="219365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4925" y="320180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78850" y="106325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