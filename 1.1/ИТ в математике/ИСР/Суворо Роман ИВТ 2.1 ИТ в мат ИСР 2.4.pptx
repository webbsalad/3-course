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76"/>
        <p:guide pos="38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705"/>
            <a:ext cx="9451340" cy="2186940"/>
          </a:xfrm>
        </p:spPr>
        <p:txBody>
          <a:bodyPr>
            <a:noAutofit/>
          </a:bodyPr>
          <a:lstStyle/>
          <a:p>
            <a:r>
              <a:rPr lang="en-US" sz="4000"/>
              <a:t>«Этапы решения задач с матрицами</a:t>
            </a:r>
            <a:br>
              <a:rPr lang="en-US" sz="4000"/>
            </a:br>
            <a:r>
              <a:rPr lang="en-US" sz="4000"/>
              <a:t>средствами электронных таблиц</a:t>
            </a:r>
            <a:endParaRPr lang="en-US" sz="400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выполнил Суворов Роман ИВТ 2.1</a:t>
            </a:r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altLang="en-US"/>
              <a:t>Создание матрицы			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969635" cy="4351655"/>
          </a:xfrm>
        </p:spPr>
        <p:txBody>
          <a:bodyPr>
            <a:normAutofit fontScale="90000" lnSpcReduction="20000"/>
          </a:bodyPr>
          <a:p>
            <a:r>
              <a:rPr lang="ru-RU" altLang="en-US"/>
              <a:t>Для работы с матрицами нужно создать сами матрицы.Для этого в </a:t>
            </a:r>
            <a:r>
              <a:rPr lang="en-US" altLang="en-US"/>
              <a:t>Excel</a:t>
            </a:r>
            <a:r>
              <a:rPr lang="ru-RU" altLang="en-US"/>
              <a:t> нужно просто ввести значения этой матрицы в ячейки по столбцам и строкам. (для создания единичной матрицы можно использовать функцию МЕДИН введя в ее значении число равное колличеству столбцов и строк)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802880" y="1825625"/>
            <a:ext cx="3130550" cy="106362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75" y="4091940"/>
            <a:ext cx="3107055" cy="10280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Действия с матрицами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647700" y="1825625"/>
            <a:ext cx="10914380" cy="4351655"/>
          </a:xfrm>
        </p:spPr>
        <p:txBody>
          <a:bodyPr/>
          <a:p>
            <a:r>
              <a:rPr lang="ru-RU" altLang="en-US"/>
              <a:t>Далее работа с матрицами изменяется в зависимости от того, какое действие нужно выполнить: умножить матрицу на число, сложить две матрицы или вычесть из одной другую, перемножить две матрицы, найти определитель матрицы, найти обратную или транспонированную матрицу</a:t>
            </a:r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Умножение матрицы на число 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878830" cy="4351655"/>
          </a:xfrm>
        </p:spPr>
        <p:txBody>
          <a:bodyPr>
            <a:normAutofit fontScale="90000"/>
          </a:bodyPr>
          <a:p>
            <a:r>
              <a:rPr lang="ru-RU" altLang="en-US"/>
              <a:t>Для умножения матрицы на число нужно ввести саму матрицу и число, затем выбираем новую ячейку и вбиваем там формулу =</a:t>
            </a:r>
            <a:r>
              <a:rPr lang="en-US" altLang="en-US"/>
              <a:t>(</a:t>
            </a:r>
            <a:r>
              <a:rPr lang="ru-RU" altLang="en-US"/>
              <a:t>столбец и строка первого числа матрицы</a:t>
            </a:r>
            <a:r>
              <a:rPr lang="en-US" altLang="en-US"/>
              <a:t>)</a:t>
            </a:r>
            <a:r>
              <a:rPr lang="ru-RU" altLang="en-US"/>
              <a:t> * </a:t>
            </a:r>
            <a:r>
              <a:rPr lang="en-US" altLang="en-US"/>
              <a:t>$</a:t>
            </a:r>
            <a:r>
              <a:rPr lang="ru-RU" altLang="en-US"/>
              <a:t>(столбец числа)</a:t>
            </a:r>
            <a:r>
              <a:rPr lang="en-US" altLang="en-US"/>
              <a:t>$</a:t>
            </a:r>
            <a:r>
              <a:rPr lang="ru-RU" altLang="en-US"/>
              <a:t>(строка числа) и растянуть на колличество столбцов и строк матрицы</a:t>
            </a:r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461885" y="1825625"/>
            <a:ext cx="3574415" cy="128270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885" y="3349625"/>
            <a:ext cx="3533775" cy="118681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885" y="4900295"/>
            <a:ext cx="3586480" cy="1332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Сложение и разность матриц</a:t>
            </a:r>
            <a:endParaRPr lang="ru-RU" altLang="ru-RU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416550" cy="4351655"/>
          </a:xfrm>
        </p:spPr>
        <p:txBody>
          <a:bodyPr>
            <a:normAutofit fontScale="80000"/>
          </a:bodyPr>
          <a:p>
            <a:r>
              <a:rPr lang="ru-RU" altLang="en-US"/>
              <a:t>Для начала нужно ввести две матрицы, далее в новой ячейке вводим формулу =</a:t>
            </a:r>
            <a:r>
              <a:rPr lang="en-US" altLang="en-US">
                <a:sym typeface="+mn-ea"/>
              </a:rPr>
              <a:t>(</a:t>
            </a:r>
            <a:r>
              <a:rPr lang="ru-RU" altLang="en-US">
                <a:sym typeface="+mn-ea"/>
              </a:rPr>
              <a:t>столбец и строка первого числа первой матрицы</a:t>
            </a:r>
            <a:r>
              <a:rPr lang="en-US" altLang="en-US">
                <a:sym typeface="+mn-ea"/>
              </a:rPr>
              <a:t>)</a:t>
            </a:r>
            <a:r>
              <a:rPr lang="ru-RU" altLang="en-US">
                <a:sym typeface="+mn-ea"/>
              </a:rPr>
              <a:t> +- </a:t>
            </a:r>
            <a:r>
              <a:rPr lang="en-US" altLang="en-US">
                <a:sym typeface="+mn-ea"/>
              </a:rPr>
              <a:t>(</a:t>
            </a:r>
            <a:r>
              <a:rPr lang="ru-RU" altLang="en-US">
                <a:sym typeface="+mn-ea"/>
              </a:rPr>
              <a:t>столбец и строка первого числа второй матрицы</a:t>
            </a:r>
            <a:r>
              <a:rPr lang="en-US" altLang="en-US">
                <a:sym typeface="+mn-ea"/>
              </a:rPr>
              <a:t>)</a:t>
            </a:r>
            <a:r>
              <a:rPr lang="ru-RU" altLang="en-US">
                <a:sym typeface="+mn-ea"/>
              </a:rPr>
              <a:t> и растягиваем на размер матриц (</a:t>
            </a:r>
            <a:r>
              <a:rPr lang="ru-RU" altLang="en-US"/>
              <a:t>Важно что для получени суммы и разности матриц матрицы должны быть одного размера)</a:t>
            </a:r>
            <a:endParaRPr lang="ru-RU" altLang="en-US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44920" y="1825625"/>
            <a:ext cx="5387975" cy="85725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895" y="2966720"/>
            <a:ext cx="2740025" cy="97726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895" y="4227830"/>
            <a:ext cx="2766695" cy="986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Умножение матрицы на матрицу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271770" cy="4351655"/>
          </a:xfrm>
        </p:spPr>
        <p:txBody>
          <a:bodyPr>
            <a:normAutofit fontScale="80000"/>
          </a:bodyPr>
          <a:p>
            <a:r>
              <a:rPr lang="ru-RU" altLang="en-US">
                <a:sym typeface="+mn-ea"/>
              </a:rPr>
              <a:t>Для начала нужно ввести две матрицы, затем в новой ячейке вводим формулу МУМНОЖ, затем выделяем первую матрицу, нажимаем двоеточие, выделяем вторую матрицу (важно что для переммножения матриц число столбцов в первом сомножителе должно быть равно числу строк во втором)</a:t>
            </a:r>
            <a:endParaRPr lang="ru-RU" altLang="en-US">
              <a:sym typeface="+mn-ea"/>
            </a:endParaRPr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296660" y="1825625"/>
            <a:ext cx="5207000" cy="87884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645" y="3082290"/>
            <a:ext cx="2907030" cy="98298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645" y="4509770"/>
            <a:ext cx="2880995" cy="11893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en-US"/>
              <a:t>нахождение определителя, обратной и танспонированной матрицы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309870" cy="4351655"/>
          </a:xfrm>
        </p:spPr>
        <p:txBody>
          <a:bodyPr>
            <a:normAutofit fontScale="90000" lnSpcReduction="20000"/>
          </a:bodyPr>
          <a:p>
            <a:r>
              <a:rPr lang="ru-RU" altLang="en-US"/>
              <a:t>Для всех этих действий меняется только используемая функция, важно лишь то, что для нахождения определителя матрицы матрица должна быть квадратной, а для нахождения  обратной матрицы определитель ее не должен быть равен нулю.</a:t>
            </a:r>
            <a:endParaRPr lang="ru-RU" altLang="en-US"/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642100" y="1584325"/>
            <a:ext cx="5022215" cy="109283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100" y="3091815"/>
            <a:ext cx="4995545" cy="127254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00" y="4779010"/>
            <a:ext cx="4980305" cy="142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1828</Words>
  <Application>WPS Presentation</Application>
  <PresentationFormat>宽屏</PresentationFormat>
  <Paragraphs>28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писька пиписька</cp:lastModifiedBy>
  <cp:revision>3</cp:revision>
  <dcterms:created xsi:type="dcterms:W3CDTF">2022-12-01T19:08:22Z</dcterms:created>
  <dcterms:modified xsi:type="dcterms:W3CDTF">2022-12-01T19:44:16Z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1049-11.2.0.11388</vt:lpwstr>
  </property>
  <property fmtid="{D5CDD505-2E9C-101B-9397-08002B2CF9AE}" pid="3" name="ICV">
    <vt:lpwstr>322144125DA54CA39D0D4A93F079BAA6</vt:lpwstr>
  </property>
</Properties>
</file>