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5C334-CA31-4012-8323-A151C4250574}">
  <a:tblStyle styleId="{E145C334-CA31-4012-8323-A151C42505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a7fdb32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a7fdb32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a7fdb32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a7fdb32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ca7fdb329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ca7fdb329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a7fdb329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a7fdb329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Модели данных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Суворов Роман ИВТ 2.1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78525" y="435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Реляционная модель данных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36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Предметные области: Финансовые учеты, системы управления складом, системы управления персоналом.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Удобство использования: Реляционная модель хорошо подходит для представления структурированных данных, таких как таблицы с различными типами связей между ними. Это удобно для предметных областей, где важны отношения и взаимодействия между различными сущностями, например, между сотрудниками и их зарплатами в системах управления персоналом.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Иерархическая модель данных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Предметные области: Генеалогические деревья, файловые системы.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Удобство использования: Иерархическая модель подходит для представления данных с четко выраженной иерархической структурой, таких как древовидные структуры. Это удобно для предметных областей, где данные организованы в виде иерархии, например, в генеалогических деревьях, где каждый человек может иметь родителей и потомков.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2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Сетевая модель данных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Предметные области: Телекоммуникационные сети, железнодорожные маршруты.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Удобство использования: Сетевая модель позволяет представить данные с произвольными связями между сущностями, что удобно для предметных областей, где важны сложные взаимосвязи между объектами. Например, в телекоммуникационных сетях, где различные компоненты могут быть связаны между собой разными способами для передачи данных.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13300"/>
            <a:ext cx="42672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Объектно-ориентированная модель данных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33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Предметные области: Информационные системы для обработки изображений, системы управления содержанием.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Удобство использования: Объектно-ориентированная модель данных позволяет представлять данные в виде объектов с методами и свойствами, что удобно для предметных областей, где важны операции над объектами. Например, в системах управления содержанием, где контент может быть представлен в виде объектов с определенными свойствами и методами обработки.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4852925" y="136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{E145C334-CA31-4012-8323-A151C4250574}</a:tableStyleId>
              </a:tblPr>
              <a:tblGrid>
                <a:gridCol w="461125"/>
                <a:gridCol w="1032900"/>
                <a:gridCol w="2185725"/>
              </a:tblGrid>
              <a:tr h="42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ECECEC"/>
                          </a:solidFill>
                        </a:rPr>
                        <a:t>Студент</a:t>
                      </a:r>
                      <a:endParaRPr sz="1000">
                        <a:solidFill>
                          <a:srgbClr val="ECECE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Имя, возраст, номер ID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Записаться на курсы, проверить оценки, изменить контакты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2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ECECEC"/>
                          </a:solidFill>
                        </a:rPr>
                        <a:t>Преподаватель</a:t>
                      </a:r>
                      <a:endParaRPr sz="1000">
                        <a:solidFill>
                          <a:srgbClr val="ECECE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Имя, кафедра, стаж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Провести лекцию, выставить оценки, получить расписание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ECECEC"/>
                          </a:solidFill>
                        </a:rPr>
                        <a:t>Курс</a:t>
                      </a:r>
                      <a:endParaRPr sz="1000">
                        <a:solidFill>
                          <a:srgbClr val="ECECE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Название, код, часы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Показать список студентов, установить преподавателя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ECECEC"/>
                          </a:solidFill>
                        </a:rPr>
                        <a:t>Группа</a:t>
                      </a:r>
                      <a:endParaRPr sz="1000">
                        <a:solidFill>
                          <a:srgbClr val="ECECE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Название, специальность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Показать расписание занятий, добавить студентов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42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ECECEC"/>
                          </a:solidFill>
                        </a:rPr>
                        <a:t>Университет</a:t>
                      </a:r>
                      <a:endParaRPr sz="1000">
                        <a:solidFill>
                          <a:srgbClr val="ECECE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Название, адрес, рейтинг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Просмотреть список курсов, добавить преподавателей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