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e0730f8cf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e0730f8c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0730f8cf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0730f8cf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0730f8cf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0730f8cf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0730f8cf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0730f8cf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16250" y="186700"/>
            <a:ext cx="8520600" cy="478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/>
              <a:t>ФЕДЕРАЛЬНОЕ ГОСУДАРСТВЕННОЕ БЮДЖЕТНОЕ ОБРАЗОВАТЕЛЬНОЕ</a:t>
            </a:r>
            <a:br>
              <a:rPr lang="ru" sz="2000"/>
            </a:br>
            <a:r>
              <a:rPr lang="ru" sz="2000"/>
              <a:t> УЧРЕЖДЕНИЕ ВЫСШЕГО ОБРАЗОВАНИЯ</a:t>
            </a:r>
            <a:br>
              <a:rPr lang="ru" sz="2000"/>
            </a:br>
            <a:r>
              <a:rPr lang="ru" sz="2000"/>
              <a:t> «РОССИЙСКИЙ ГОСУДАРСТВЕННЫЙ</a:t>
            </a:r>
            <a:br>
              <a:rPr lang="ru" sz="2000"/>
            </a:br>
            <a:r>
              <a:rPr lang="ru" sz="2000"/>
              <a:t> ПЕДАГОГИЧЕСКИЙ УНИВЕРСИТЕТ им. А. И. ГЕРЦЕНА»</a:t>
            </a:r>
            <a:endParaRPr sz="2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/>
              <a:t>Курсовая работа</a:t>
            </a:r>
            <a:endParaRPr sz="2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/>
              <a:t> </a:t>
            </a:r>
            <a:endParaRPr sz="2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/>
              <a:t>по дисциплине «Технологии компьютерного моделирования»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/>
              <a:t> </a:t>
            </a:r>
            <a:endParaRPr sz="2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/>
              <a:t>«</a:t>
            </a:r>
            <a:r>
              <a:rPr lang="ru" sz="2000"/>
              <a:t>Распознавание</a:t>
            </a:r>
            <a:r>
              <a:rPr lang="ru" sz="2000"/>
              <a:t> текста»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/>
              <a:t>Автор работы: Суворов Р.М.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/>
              <a:t>Руководитель: Власова Е.З.</a:t>
            </a:r>
            <a:endParaRPr sz="2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/>
              <a:t>Санкт-Петербург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Распознавание текста в современном мире: ключевая роль и многообразие применений.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Цель исследования: изучение и реализация методов распознавания текста с использованием компьютерного моделирования.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Задачи исследования: анализ литературы, рассмотрение математической модели, реализация алгоритмов на Python, выводы о применимости и эффективности методов.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евклидова расстояния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Основной метод: евклидово расстояние.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Распознавание текста по фото: анализ изображений с текстом.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Изображение представляется как вектор признаков.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Применение в OCR, считывании номеров автомобилей и мобильных приложениях.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решения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422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Подготовка данных: преобразование изображений в массивы пикселей.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Распознавание текста: вычисление евклидова расстояния и поиск наиболее похожего символа.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Программная реализация на Python с использованием библиотек: Pillow, csv, 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200" y="445013"/>
            <a:ext cx="3824339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5231325" y="4050725"/>
            <a:ext cx="2910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Ссылка на репозиторий 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и выводы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Точность программы: 98%.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Высокая эффективность разработанного алгоритма.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Перспективы дальнейших исследований: улучшение точности и расширение областей применения.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