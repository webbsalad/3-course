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12192000" cy="6858000"/>
  <p:embeddedFontLst>
    <p:embeddedFont>
      <p:font typeface="Amatic SC"/>
      <p:regular r:id="rId15"/>
      <p:bold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  <p:embeddedFont>
      <p:font typeface="Karla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F296B1-B378-4F19-88F2-47A6AEF7A10F}">
  <a:tblStyle styleId="{37F296B1-B378-4F19-88F2-47A6AEF7A1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OpenSansLight-boldItalic.fntdata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26" Type="http://schemas.openxmlformats.org/officeDocument/2006/relationships/font" Target="fonts/Karla-bold.fntdata"/><Relationship Id="rId25" Type="http://schemas.openxmlformats.org/officeDocument/2006/relationships/font" Target="fonts/Karla-regular.fntdata"/><Relationship Id="rId28" Type="http://schemas.openxmlformats.org/officeDocument/2006/relationships/font" Target="fonts/Karla-boldItalic.fntdata"/><Relationship Id="rId27" Type="http://schemas.openxmlformats.org/officeDocument/2006/relationships/font" Target="fonts/Karla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maticSC-regular.fntdata"/><Relationship Id="rId14" Type="http://schemas.openxmlformats.org/officeDocument/2006/relationships/slide" Target="slides/slide8.xml"/><Relationship Id="rId17" Type="http://schemas.openxmlformats.org/officeDocument/2006/relationships/font" Target="fonts/OpenSansLight-regular.fntdata"/><Relationship Id="rId16" Type="http://schemas.openxmlformats.org/officeDocument/2006/relationships/font" Target="fonts/AmaticSC-bold.fntdata"/><Relationship Id="rId19" Type="http://schemas.openxmlformats.org/officeDocument/2006/relationships/font" Target="fonts/OpenSansLight-italic.fntdata"/><Relationship Id="rId18" Type="http://schemas.openxmlformats.org/officeDocument/2006/relationships/font" Target="fonts/OpenSans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3" showMasterSp="0">
  <p:cSld name="Заголовок 3">
    <p:bg>
      <p:bgPr>
        <a:solidFill>
          <a:schemeClr val="accent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187623" y="3929930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866900" y="1208585"/>
            <a:ext cx="8229600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" showMasterSp="0">
  <p:cSld name="Список">
    <p:bg>
      <p:bgPr>
        <a:solidFill>
          <a:schemeClr val="accent4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accen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348745" y="1637743"/>
            <a:ext cx="969864" cy="969864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348745" y="2927249"/>
            <a:ext cx="969864" cy="969864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348745" y="4277006"/>
            <a:ext cx="969864" cy="969864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348745" y="5568541"/>
            <a:ext cx="969864" cy="969864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348745" y="361116"/>
            <a:ext cx="969864" cy="969864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4290632" y="303003"/>
            <a:ext cx="969864" cy="96986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290632" y="1579630"/>
            <a:ext cx="969864" cy="96986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290632" y="2869136"/>
            <a:ext cx="969864" cy="96986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290632" y="4217824"/>
            <a:ext cx="969864" cy="96986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290632" y="5510428"/>
            <a:ext cx="969864" cy="96986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39;p3"/>
          <p:cNvSpPr/>
          <p:nvPr>
            <p:ph idx="2" type="pic"/>
          </p:nvPr>
        </p:nvSpPr>
        <p:spPr>
          <a:xfrm>
            <a:off x="4455524" y="467895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5769864" y="457200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3" type="body"/>
          </p:nvPr>
        </p:nvSpPr>
        <p:spPr>
          <a:xfrm>
            <a:off x="5769864" y="780642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"/>
          <p:cNvSpPr/>
          <p:nvPr>
            <p:ph idx="4" type="pic"/>
          </p:nvPr>
        </p:nvSpPr>
        <p:spPr>
          <a:xfrm>
            <a:off x="4455524" y="1744521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idx="5" type="body"/>
          </p:nvPr>
        </p:nvSpPr>
        <p:spPr>
          <a:xfrm>
            <a:off x="5769864" y="1746504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6" type="body"/>
          </p:nvPr>
        </p:nvSpPr>
        <p:spPr>
          <a:xfrm>
            <a:off x="5769864" y="2069946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7" type="pic"/>
          </p:nvPr>
        </p:nvSpPr>
        <p:spPr>
          <a:xfrm>
            <a:off x="4455524" y="3034028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8" type="body"/>
          </p:nvPr>
        </p:nvSpPr>
        <p:spPr>
          <a:xfrm>
            <a:off x="5769864" y="3035808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9" type="body"/>
          </p:nvPr>
        </p:nvSpPr>
        <p:spPr>
          <a:xfrm>
            <a:off x="5769864" y="3359250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/>
          <p:nvPr>
            <p:ph idx="13" type="pic"/>
          </p:nvPr>
        </p:nvSpPr>
        <p:spPr>
          <a:xfrm>
            <a:off x="4455524" y="4382716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3"/>
          <p:cNvSpPr txBox="1"/>
          <p:nvPr>
            <p:ph idx="14" type="body"/>
          </p:nvPr>
        </p:nvSpPr>
        <p:spPr>
          <a:xfrm>
            <a:off x="5769864" y="4325112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5" type="body"/>
          </p:nvPr>
        </p:nvSpPr>
        <p:spPr>
          <a:xfrm>
            <a:off x="5769864" y="4648554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"/>
          <p:cNvSpPr/>
          <p:nvPr>
            <p:ph idx="16" type="pic"/>
          </p:nvPr>
        </p:nvSpPr>
        <p:spPr>
          <a:xfrm>
            <a:off x="4455524" y="5675320"/>
            <a:ext cx="640080" cy="64008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"/>
          <p:cNvSpPr txBox="1"/>
          <p:nvPr>
            <p:ph idx="17" type="body"/>
          </p:nvPr>
        </p:nvSpPr>
        <p:spPr>
          <a:xfrm>
            <a:off x="5769864" y="5614416"/>
            <a:ext cx="3840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18" type="body"/>
          </p:nvPr>
        </p:nvSpPr>
        <p:spPr>
          <a:xfrm>
            <a:off x="5769864" y="5937857"/>
            <a:ext cx="5029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type="title"/>
          </p:nvPr>
        </p:nvSpPr>
        <p:spPr>
          <a:xfrm>
            <a:off x="731520" y="1947671"/>
            <a:ext cx="3209544" cy="2862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3">
  <p:cSld name="Фотография содержимого 3">
    <p:bg>
      <p:bgPr>
        <a:solidFill>
          <a:schemeClr val="accen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"/>
          <p:cNvPicPr preferRelativeResize="0"/>
          <p:nvPr>
            <p:ph idx="2" type="pic"/>
          </p:nvPr>
        </p:nvPicPr>
        <p:blipFill/>
        <p:spPr>
          <a:xfrm>
            <a:off x="0" y="1"/>
            <a:ext cx="402336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57" name="Google Shape;57;p4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" name="Google Shape;59;p4"/>
          <p:cNvSpPr txBox="1"/>
          <p:nvPr>
            <p:ph idx="1" type="body"/>
          </p:nvPr>
        </p:nvSpPr>
        <p:spPr>
          <a:xfrm>
            <a:off x="4625672" y="1380744"/>
            <a:ext cx="6978064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4"/>
          <p:cNvSpPr txBox="1"/>
          <p:nvPr>
            <p:ph type="title"/>
          </p:nvPr>
        </p:nvSpPr>
        <p:spPr>
          <a:xfrm>
            <a:off x="4625672" y="320040"/>
            <a:ext cx="69780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4">
  <p:cSld name="Фотография содержимого 4">
    <p:bg>
      <p:bgPr>
        <a:solidFill>
          <a:schemeClr val="accen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5"/>
          <p:cNvPicPr preferRelativeResize="0"/>
          <p:nvPr>
            <p:ph idx="2" type="pic"/>
          </p:nvPr>
        </p:nvPicPr>
        <p:blipFill/>
        <p:spPr>
          <a:xfrm>
            <a:off x="8091732" y="0"/>
            <a:ext cx="4100267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63" name="Google Shape;63;p5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612647" y="1380744"/>
            <a:ext cx="6858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612647" y="320040"/>
            <a:ext cx="6858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ение">
  <p:cSld name="Заключение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66636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8" name="Google Shape;68;p6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614676" y="3198297"/>
            <a:ext cx="10962647" cy="2760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type="title"/>
          </p:nvPr>
        </p:nvSpPr>
        <p:spPr>
          <a:xfrm>
            <a:off x="614676" y="1571632"/>
            <a:ext cx="7342307" cy="1133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">
  <p:cSld name="Фотография содержимого 1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7"/>
          <p:cNvPicPr preferRelativeResize="0"/>
          <p:nvPr>
            <p:ph idx="2" type="pic"/>
          </p:nvPr>
        </p:nvPicPr>
        <p:blipFill/>
        <p:spPr>
          <a:xfrm>
            <a:off x="0" y="1"/>
            <a:ext cx="4793885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5" name="Google Shape;75;p7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7" name="Google Shape;77;p7"/>
          <p:cNvSpPr txBox="1"/>
          <p:nvPr>
            <p:ph idx="1" type="body"/>
          </p:nvPr>
        </p:nvSpPr>
        <p:spPr>
          <a:xfrm>
            <a:off x="5396197" y="1828800"/>
            <a:ext cx="6214356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7"/>
          <p:cNvSpPr txBox="1"/>
          <p:nvPr>
            <p:ph type="title"/>
          </p:nvPr>
        </p:nvSpPr>
        <p:spPr>
          <a:xfrm>
            <a:off x="5395689" y="548640"/>
            <a:ext cx="623647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естка">
  <p:cSld name="Повестка">
    <p:bg>
      <p:bgPr>
        <a:solidFill>
          <a:schemeClr val="accent4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8"/>
          <p:cNvGrpSpPr/>
          <p:nvPr/>
        </p:nvGrpSpPr>
        <p:grpSpPr>
          <a:xfrm>
            <a:off x="10366671" y="307663"/>
            <a:ext cx="3650657" cy="3700458"/>
            <a:chOff x="9335008" y="164592"/>
            <a:chExt cx="6042545" cy="6124973"/>
          </a:xfrm>
        </p:grpSpPr>
        <p:sp>
          <p:nvSpPr>
            <p:cNvPr id="81" name="Google Shape;81;p8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83" name="Google Shape;83;p8"/>
          <p:cNvGrpSpPr/>
          <p:nvPr/>
        </p:nvGrpSpPr>
        <p:grpSpPr>
          <a:xfrm>
            <a:off x="8876520" y="3790309"/>
            <a:ext cx="2626859" cy="2662693"/>
            <a:chOff x="9335008" y="164592"/>
            <a:chExt cx="6042545" cy="6124973"/>
          </a:xfrm>
        </p:grpSpPr>
        <p:sp>
          <p:nvSpPr>
            <p:cNvPr id="84" name="Google Shape;84;p8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86" name="Google Shape;86;p8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9" name="Google Shape;89;p8"/>
          <p:cNvSpPr txBox="1"/>
          <p:nvPr>
            <p:ph idx="1" type="body"/>
          </p:nvPr>
        </p:nvSpPr>
        <p:spPr>
          <a:xfrm>
            <a:off x="612647" y="2333860"/>
            <a:ext cx="8125692" cy="368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type="title"/>
          </p:nvPr>
        </p:nvSpPr>
        <p:spPr>
          <a:xfrm>
            <a:off x="612647" y="664108"/>
            <a:ext cx="81256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фотографии пузырьков" showMasterSp="0">
  <p:cSld name="Макет фотографии пузырьков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>
            <a:off x="5648341" y="565310"/>
            <a:ext cx="5949692" cy="5949692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93" name="Google Shape;93;p9"/>
          <p:cNvPicPr preferRelativeResize="0"/>
          <p:nvPr>
            <p:ph idx="2" type="pic"/>
          </p:nvPr>
        </p:nvPicPr>
        <p:blipFill/>
        <p:spPr>
          <a:xfrm>
            <a:off x="5547868" y="388874"/>
            <a:ext cx="5897880" cy="5897880"/>
          </a:xfrm>
          <a:prstGeom prst="ellipse">
            <a:avLst/>
          </a:prstGeom>
          <a:blipFill rotWithShape="1">
            <a:blip r:embed="rId2">
              <a:alphaModFix amt="75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" name="Google Shape;94;p9"/>
          <p:cNvSpPr txBox="1"/>
          <p:nvPr>
            <p:ph idx="1" type="body"/>
          </p:nvPr>
        </p:nvSpPr>
        <p:spPr>
          <a:xfrm>
            <a:off x="758952" y="4279392"/>
            <a:ext cx="29809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type="title"/>
          </p:nvPr>
        </p:nvSpPr>
        <p:spPr>
          <a:xfrm>
            <a:off x="731520" y="1947671"/>
            <a:ext cx="3017519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ловой макет с пузырьками">
  <p:cSld name="Числовой макет с пузырьками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0" name="Google Shape;100;p10"/>
          <p:cNvSpPr/>
          <p:nvPr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rgbClr val="CCF2E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rgbClr val="CCF2E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rgbClr val="CCF2E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rgbClr val="CCF2E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rgbClr val="CCF2E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5" name="Google Shape;105;p10"/>
          <p:cNvSpPr/>
          <p:nvPr>
            <p:ph idx="1" type="body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0"/>
          <p:cNvSpPr/>
          <p:nvPr>
            <p:ph idx="2" type="body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0"/>
          <p:cNvSpPr/>
          <p:nvPr>
            <p:ph idx="3" type="body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0"/>
          <p:cNvSpPr/>
          <p:nvPr>
            <p:ph idx="4" type="body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0"/>
          <p:cNvSpPr/>
          <p:nvPr>
            <p:ph idx="5" type="body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0"/>
          <p:cNvSpPr txBox="1"/>
          <p:nvPr>
            <p:ph idx="6" type="body"/>
          </p:nvPr>
        </p:nvSpPr>
        <p:spPr>
          <a:xfrm>
            <a:off x="824102" y="4325112"/>
            <a:ext cx="1947671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7" type="body"/>
          </p:nvPr>
        </p:nvSpPr>
        <p:spPr>
          <a:xfrm>
            <a:off x="2992056" y="4326702"/>
            <a:ext cx="1947671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8" type="body"/>
          </p:nvPr>
        </p:nvSpPr>
        <p:spPr>
          <a:xfrm>
            <a:off x="5168327" y="4313642"/>
            <a:ext cx="1947671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9" type="body"/>
          </p:nvPr>
        </p:nvSpPr>
        <p:spPr>
          <a:xfrm>
            <a:off x="7279858" y="4319944"/>
            <a:ext cx="1947671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3" type="body"/>
          </p:nvPr>
        </p:nvSpPr>
        <p:spPr>
          <a:xfrm>
            <a:off x="9466008" y="4319944"/>
            <a:ext cx="1947671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" showMasterSp="0">
  <p:cSld name="Спасибо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19" name="Google Shape;119;p11"/>
          <p:cNvPicPr preferRelativeResize="0"/>
          <p:nvPr>
            <p:ph idx="2" type="pic"/>
          </p:nvPr>
        </p:nvPicPr>
        <p:blipFill/>
        <p:spPr>
          <a:xfrm>
            <a:off x="6443481" y="812292"/>
            <a:ext cx="4636008" cy="4928616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11"/>
          <p:cNvSpPr txBox="1"/>
          <p:nvPr>
            <p:ph idx="1" type="subTitle"/>
          </p:nvPr>
        </p:nvSpPr>
        <p:spPr>
          <a:xfrm>
            <a:off x="1527048" y="3108960"/>
            <a:ext cx="3913632" cy="1883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1" name="Google Shape;121;p11"/>
          <p:cNvSpPr txBox="1"/>
          <p:nvPr>
            <p:ph type="ctrTitle"/>
          </p:nvPr>
        </p:nvSpPr>
        <p:spPr>
          <a:xfrm>
            <a:off x="1527048" y="1301750"/>
            <a:ext cx="4289552" cy="15671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1" showMasterSp="0" type="title">
  <p:cSld name="TITLE">
    <p:bg>
      <p:bgPr>
        <a:solidFill>
          <a:schemeClr val="accen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2"/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24" name="Google Shape;124;p12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26" name="Google Shape;126;p12"/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27" name="Google Shape;127;p12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29" name="Google Shape;129;p12"/>
          <p:cNvSpPr txBox="1"/>
          <p:nvPr>
            <p:ph idx="1" type="subTitle"/>
          </p:nvPr>
        </p:nvSpPr>
        <p:spPr>
          <a:xfrm>
            <a:off x="2768239" y="4473553"/>
            <a:ext cx="665552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0" name="Google Shape;130;p12"/>
          <p:cNvSpPr txBox="1"/>
          <p:nvPr>
            <p:ph type="ctrTitle"/>
          </p:nvPr>
        </p:nvSpPr>
        <p:spPr>
          <a:xfrm>
            <a:off x="2356505" y="733849"/>
            <a:ext cx="7478991" cy="34505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entury Gothic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2" showMasterSp="0">
  <p:cSld name="Заголовок 2">
    <p:bg>
      <p:bgPr>
        <a:solidFill>
          <a:schemeClr val="accent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3"/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3" name="Google Shape;133;p13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35" name="Google Shape;135;p13"/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6" name="Google Shape;136;p13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38" name="Google Shape;138;p13"/>
          <p:cNvSpPr txBox="1"/>
          <p:nvPr>
            <p:ph idx="1" type="subTitle"/>
          </p:nvPr>
        </p:nvSpPr>
        <p:spPr>
          <a:xfrm>
            <a:off x="2303357" y="4698102"/>
            <a:ext cx="7378979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9" name="Google Shape;139;p13"/>
          <p:cNvSpPr txBox="1"/>
          <p:nvPr>
            <p:ph type="ctrTitle"/>
          </p:nvPr>
        </p:nvSpPr>
        <p:spPr>
          <a:xfrm>
            <a:off x="974845" y="935203"/>
            <a:ext cx="10036005" cy="35926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Gothic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фото 1" showMasterSp="0">
  <p:cSld name="Заголовок, фото 1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4"/>
          <p:cNvPicPr preferRelativeResize="0"/>
          <p:nvPr>
            <p:ph idx="2" type="pic"/>
          </p:nvPr>
        </p:nvPicPr>
        <p:blipFill/>
        <p:spPr>
          <a:xfrm>
            <a:off x="0" y="0"/>
            <a:ext cx="12192000" cy="499745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42" name="Google Shape;142;p14"/>
          <p:cNvSpPr txBox="1"/>
          <p:nvPr>
            <p:ph idx="1" type="subTitle"/>
          </p:nvPr>
        </p:nvSpPr>
        <p:spPr>
          <a:xfrm>
            <a:off x="365760" y="5972629"/>
            <a:ext cx="1146048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3" name="Google Shape;143;p14"/>
          <p:cNvSpPr txBox="1"/>
          <p:nvPr>
            <p:ph type="ctrTitle"/>
          </p:nvPr>
        </p:nvSpPr>
        <p:spPr>
          <a:xfrm>
            <a:off x="365760" y="5218032"/>
            <a:ext cx="11460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титульного слайда 2" showMasterSp="0">
  <p:cSld name="Фотография титульного слайда 2">
    <p:bg>
      <p:bgPr>
        <a:solidFill>
          <a:schemeClr val="dk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5"/>
          <p:cNvGrpSpPr/>
          <p:nvPr/>
        </p:nvGrpSpPr>
        <p:grpSpPr>
          <a:xfrm>
            <a:off x="6941116" y="366348"/>
            <a:ext cx="4886768" cy="6125303"/>
            <a:chOff x="521210" y="647905"/>
            <a:chExt cx="11365967" cy="5565740"/>
          </a:xfrm>
        </p:grpSpPr>
        <p:sp>
          <p:nvSpPr>
            <p:cNvPr id="146" name="Google Shape;146;p15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48" name="Google Shape;148;p15"/>
          <p:cNvGrpSpPr/>
          <p:nvPr/>
        </p:nvGrpSpPr>
        <p:grpSpPr>
          <a:xfrm>
            <a:off x="6941116" y="366348"/>
            <a:ext cx="4886768" cy="6125303"/>
            <a:chOff x="521210" y="647905"/>
            <a:chExt cx="11365967" cy="5565740"/>
          </a:xfrm>
        </p:grpSpPr>
        <p:sp>
          <p:nvSpPr>
            <p:cNvPr id="149" name="Google Shape;149;p15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pic>
        <p:nvPicPr>
          <p:cNvPr id="151" name="Google Shape;151;p15"/>
          <p:cNvPicPr preferRelativeResize="0"/>
          <p:nvPr>
            <p:ph idx="2" type="pic"/>
          </p:nvPr>
        </p:nvPicPr>
        <p:blipFill/>
        <p:spPr>
          <a:xfrm>
            <a:off x="0" y="0"/>
            <a:ext cx="658495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7168897" y="4731335"/>
            <a:ext cx="4219624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3" name="Google Shape;153;p15"/>
          <p:cNvSpPr txBox="1"/>
          <p:nvPr>
            <p:ph type="ctrTitle"/>
          </p:nvPr>
        </p:nvSpPr>
        <p:spPr>
          <a:xfrm>
            <a:off x="7168896" y="1129554"/>
            <a:ext cx="4219625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entury Gothic"/>
              <a:buNone/>
              <a:defRPr sz="54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титульного слайда 3" showMasterSp="0">
  <p:cSld name="Фотография титульного слайда 3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6"/>
          <p:cNvGrpSpPr/>
          <p:nvPr/>
        </p:nvGrpSpPr>
        <p:grpSpPr>
          <a:xfrm>
            <a:off x="365760" y="366348"/>
            <a:ext cx="4886768" cy="6125303"/>
            <a:chOff x="521210" y="647905"/>
            <a:chExt cx="11365967" cy="5565740"/>
          </a:xfrm>
        </p:grpSpPr>
        <p:sp>
          <p:nvSpPr>
            <p:cNvPr id="156" name="Google Shape;156;p16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365760" y="366348"/>
            <a:ext cx="4886768" cy="6125303"/>
            <a:chOff x="521210" y="647905"/>
            <a:chExt cx="11365967" cy="5565740"/>
          </a:xfrm>
        </p:grpSpPr>
        <p:sp>
          <p:nvSpPr>
            <p:cNvPr id="159" name="Google Shape;159;p16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pic>
        <p:nvPicPr>
          <p:cNvPr id="161" name="Google Shape;161;p16"/>
          <p:cNvPicPr preferRelativeResize="0"/>
          <p:nvPr>
            <p:ph idx="2" type="pic"/>
          </p:nvPr>
        </p:nvPicPr>
        <p:blipFill/>
        <p:spPr>
          <a:xfrm>
            <a:off x="5596128" y="0"/>
            <a:ext cx="6595872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62" name="Google Shape;162;p16"/>
          <p:cNvSpPr txBox="1"/>
          <p:nvPr>
            <p:ph idx="1" type="subTitle"/>
          </p:nvPr>
        </p:nvSpPr>
        <p:spPr>
          <a:xfrm>
            <a:off x="593539" y="4661253"/>
            <a:ext cx="4235821" cy="13807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3" name="Google Shape;163;p16"/>
          <p:cNvSpPr txBox="1"/>
          <p:nvPr>
            <p:ph type="ctrTitle"/>
          </p:nvPr>
        </p:nvSpPr>
        <p:spPr>
          <a:xfrm>
            <a:off x="593540" y="603504"/>
            <a:ext cx="4235821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entury Gothic"/>
              <a:buNone/>
              <a:defRPr sz="5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Фотография титульного слайда 2">
  <p:cSld name="1_Фотография титульного слайда 2">
    <p:bg>
      <p:bgPr>
        <a:solidFill>
          <a:schemeClr val="accent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/>
          <p:nvPr/>
        </p:nvSpPr>
        <p:spPr>
          <a:xfrm>
            <a:off x="712147" y="565310"/>
            <a:ext cx="5949692" cy="5949692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12147" y="565310"/>
            <a:ext cx="5949692" cy="5949692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67" name="Google Shape;167;p17"/>
          <p:cNvPicPr preferRelativeResize="0"/>
          <p:nvPr>
            <p:ph idx="2" type="pic"/>
          </p:nvPr>
        </p:nvPicPr>
        <p:blipFill/>
        <p:spPr>
          <a:xfrm>
            <a:off x="611674" y="388874"/>
            <a:ext cx="5897880" cy="5897880"/>
          </a:xfrm>
          <a:prstGeom prst="ellipse">
            <a:avLst/>
          </a:prstGeom>
          <a:blipFill rotWithShape="1">
            <a:blip r:embed="rId2">
              <a:alphaModFix amt="75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7168897" y="4731335"/>
            <a:ext cx="4206240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9" name="Google Shape;169;p17"/>
          <p:cNvSpPr txBox="1"/>
          <p:nvPr>
            <p:ph type="ctrTitle"/>
          </p:nvPr>
        </p:nvSpPr>
        <p:spPr>
          <a:xfrm>
            <a:off x="7168896" y="1129554"/>
            <a:ext cx="4361688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Фотография титульного слайда 3">
  <p:cSld name="1_Фотография титульного слайда 3">
    <p:bg>
      <p:bgPr>
        <a:solidFill>
          <a:schemeClr val="accent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5648341" y="565310"/>
            <a:ext cx="5949692" cy="5949692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648341" y="565310"/>
            <a:ext cx="5949692" cy="5949692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73" name="Google Shape;173;p18"/>
          <p:cNvPicPr preferRelativeResize="0"/>
          <p:nvPr>
            <p:ph idx="2" type="pic"/>
          </p:nvPr>
        </p:nvPicPr>
        <p:blipFill/>
        <p:spPr>
          <a:xfrm>
            <a:off x="5547868" y="388874"/>
            <a:ext cx="5897880" cy="5897880"/>
          </a:xfrm>
          <a:prstGeom prst="ellipse">
            <a:avLst/>
          </a:prstGeom>
          <a:blipFill rotWithShape="1">
            <a:blip r:embed="rId2">
              <a:alphaModFix amt="75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365760" y="4873752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5" name="Google Shape;175;p18"/>
          <p:cNvSpPr txBox="1"/>
          <p:nvPr>
            <p:ph type="ctrTitle"/>
          </p:nvPr>
        </p:nvSpPr>
        <p:spPr>
          <a:xfrm>
            <a:off x="365760" y="411480"/>
            <a:ext cx="4654296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entury Gothic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>
  <p:cSld name="Заголовок раздела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9"/>
          <p:cNvGrpSpPr/>
          <p:nvPr/>
        </p:nvGrpSpPr>
        <p:grpSpPr>
          <a:xfrm>
            <a:off x="8510603" y="-549084"/>
            <a:ext cx="1768620" cy="1792746"/>
            <a:chOff x="9335008" y="164592"/>
            <a:chExt cx="6042545" cy="6124973"/>
          </a:xfrm>
        </p:grpSpPr>
        <p:sp>
          <p:nvSpPr>
            <p:cNvPr id="178" name="Google Shape;178;p19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0" name="Google Shape;180;p19"/>
          <p:cNvGrpSpPr/>
          <p:nvPr/>
        </p:nvGrpSpPr>
        <p:grpSpPr>
          <a:xfrm>
            <a:off x="10366671" y="307663"/>
            <a:ext cx="3650657" cy="3700458"/>
            <a:chOff x="9335008" y="164592"/>
            <a:chExt cx="6042545" cy="6124973"/>
          </a:xfrm>
        </p:grpSpPr>
        <p:sp>
          <p:nvSpPr>
            <p:cNvPr id="181" name="Google Shape;181;p19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3" name="Google Shape;183;p19"/>
          <p:cNvGrpSpPr/>
          <p:nvPr/>
        </p:nvGrpSpPr>
        <p:grpSpPr>
          <a:xfrm>
            <a:off x="8738339" y="3790309"/>
            <a:ext cx="2626859" cy="2662693"/>
            <a:chOff x="9335008" y="164592"/>
            <a:chExt cx="6042545" cy="6124973"/>
          </a:xfrm>
        </p:grpSpPr>
        <p:sp>
          <p:nvSpPr>
            <p:cNvPr id="184" name="Google Shape;184;p19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6" name="Google Shape;186;p19"/>
          <p:cNvGrpSpPr/>
          <p:nvPr/>
        </p:nvGrpSpPr>
        <p:grpSpPr>
          <a:xfrm>
            <a:off x="8510603" y="-549084"/>
            <a:ext cx="1768620" cy="1792746"/>
            <a:chOff x="9335008" y="164592"/>
            <a:chExt cx="6042545" cy="6124973"/>
          </a:xfrm>
        </p:grpSpPr>
        <p:sp>
          <p:nvSpPr>
            <p:cNvPr id="187" name="Google Shape;187;p19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9" name="Google Shape;189;p19"/>
          <p:cNvGrpSpPr/>
          <p:nvPr/>
        </p:nvGrpSpPr>
        <p:grpSpPr>
          <a:xfrm>
            <a:off x="10366671" y="307663"/>
            <a:ext cx="3650657" cy="3700458"/>
            <a:chOff x="9335008" y="164592"/>
            <a:chExt cx="6042545" cy="6124973"/>
          </a:xfrm>
        </p:grpSpPr>
        <p:sp>
          <p:nvSpPr>
            <p:cNvPr id="190" name="Google Shape;190;p19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92" name="Google Shape;192;p19"/>
          <p:cNvGrpSpPr/>
          <p:nvPr/>
        </p:nvGrpSpPr>
        <p:grpSpPr>
          <a:xfrm>
            <a:off x="8738339" y="3790309"/>
            <a:ext cx="2626859" cy="2662693"/>
            <a:chOff x="9335008" y="164592"/>
            <a:chExt cx="6042545" cy="6124973"/>
          </a:xfrm>
        </p:grpSpPr>
        <p:sp>
          <p:nvSpPr>
            <p:cNvPr id="193" name="Google Shape;193;p19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95" name="Google Shape;195;p19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8" name="Google Shape;198;p19"/>
          <p:cNvSpPr txBox="1"/>
          <p:nvPr>
            <p:ph idx="1" type="subTitle"/>
          </p:nvPr>
        </p:nvSpPr>
        <p:spPr>
          <a:xfrm>
            <a:off x="265176" y="48463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19"/>
          <p:cNvSpPr txBox="1"/>
          <p:nvPr>
            <p:ph type="ctrTitle"/>
          </p:nvPr>
        </p:nvSpPr>
        <p:spPr>
          <a:xfrm>
            <a:off x="274320" y="1801367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Century Gothic"/>
              <a:buNone/>
              <a:defRPr sz="7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контент 1 (максимум)" type="obj">
  <p:cSld name="OBJECT"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137159" y="776036"/>
            <a:ext cx="11924209" cy="567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137159" y="151598"/>
            <a:ext cx="11924209" cy="528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контент (максимум)">
  <p:cSld name="Только контент (максимум)">
    <p:bg>
      <p:bgPr>
        <a:solidFill>
          <a:schemeClr val="accen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1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137159" y="367091"/>
            <a:ext cx="11924209" cy="6123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содержимое 1">
  <p:cSld name="Заголовок, содержимое 1">
    <p:bg>
      <p:bgPr>
        <a:solidFill>
          <a:schemeClr val="accen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2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612647" y="2249714"/>
            <a:ext cx="10966706" cy="4059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22"/>
          <p:cNvSpPr txBox="1"/>
          <p:nvPr>
            <p:ph type="title"/>
          </p:nvPr>
        </p:nvSpPr>
        <p:spPr>
          <a:xfrm>
            <a:off x="612647" y="877456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содержимое 2">
  <p:cSld name="Заголовок, содержимое 2">
    <p:bg>
      <p:bgPr>
        <a:solidFill>
          <a:schemeClr val="accent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3"/>
          <p:cNvGrpSpPr/>
          <p:nvPr/>
        </p:nvGrpSpPr>
        <p:grpSpPr>
          <a:xfrm>
            <a:off x="858371" y="1538141"/>
            <a:ext cx="5594950" cy="3781718"/>
            <a:chOff x="521208" y="647905"/>
            <a:chExt cx="11365969" cy="5565740"/>
          </a:xfrm>
        </p:grpSpPr>
        <p:sp>
          <p:nvSpPr>
            <p:cNvPr id="220" name="Google Shape;220;p23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22" name="Google Shape;222;p23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3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3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5" name="Google Shape;225;p23"/>
          <p:cNvSpPr txBox="1"/>
          <p:nvPr>
            <p:ph idx="1" type="body"/>
          </p:nvPr>
        </p:nvSpPr>
        <p:spPr>
          <a:xfrm>
            <a:off x="7028878" y="2129872"/>
            <a:ext cx="4304752" cy="2454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1409675" y="2129873"/>
            <a:ext cx="4325112" cy="2454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содержимое 3">
  <p:cSld name="Заголовок, содержимое 3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4"/>
          <p:cNvGrpSpPr/>
          <p:nvPr/>
        </p:nvGrpSpPr>
        <p:grpSpPr>
          <a:xfrm>
            <a:off x="858371" y="971570"/>
            <a:ext cx="4956175" cy="4914861"/>
            <a:chOff x="521208" y="647905"/>
            <a:chExt cx="11365969" cy="5565740"/>
          </a:xfrm>
        </p:grpSpPr>
        <p:sp>
          <p:nvSpPr>
            <p:cNvPr id="229" name="Google Shape;229;p24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31" name="Google Shape;231;p24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4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4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4" name="Google Shape;234;p24"/>
          <p:cNvSpPr txBox="1"/>
          <p:nvPr>
            <p:ph idx="1" type="body"/>
          </p:nvPr>
        </p:nvSpPr>
        <p:spPr>
          <a:xfrm>
            <a:off x="6377454" y="1651000"/>
            <a:ext cx="4956175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24"/>
          <p:cNvSpPr txBox="1"/>
          <p:nvPr>
            <p:ph type="title"/>
          </p:nvPr>
        </p:nvSpPr>
        <p:spPr>
          <a:xfrm>
            <a:off x="1360535" y="1564502"/>
            <a:ext cx="3813048" cy="3557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содержимое 4">
  <p:cSld name="Заголовок, содержимое 4">
    <p:bg>
      <p:bgPr>
        <a:solidFill>
          <a:schemeClr val="accen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5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0" name="Google Shape;240;p25"/>
          <p:cNvSpPr txBox="1"/>
          <p:nvPr>
            <p:ph idx="1" type="body"/>
          </p:nvPr>
        </p:nvSpPr>
        <p:spPr>
          <a:xfrm>
            <a:off x="5519738" y="1538288"/>
            <a:ext cx="5681662" cy="48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type="title"/>
          </p:nvPr>
        </p:nvSpPr>
        <p:spPr>
          <a:xfrm>
            <a:off x="614678" y="1537853"/>
            <a:ext cx="4145581" cy="463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содержимое 5">
  <p:cSld name="Заголовок, содержимое 5">
    <p:bg>
      <p:bgPr>
        <a:solidFill>
          <a:schemeClr val="accen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6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6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5522913" y="877456"/>
            <a:ext cx="6159500" cy="5390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614677" y="877456"/>
            <a:ext cx="4142232" cy="4940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содержимое 6">
  <p:cSld name="Заголовок, содержимое 6">
    <p:bg>
      <p:bgPr>
        <a:solidFill>
          <a:schemeClr val="accen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2" name="Google Shape;252;p27"/>
          <p:cNvSpPr txBox="1"/>
          <p:nvPr>
            <p:ph idx="1" type="body"/>
          </p:nvPr>
        </p:nvSpPr>
        <p:spPr>
          <a:xfrm>
            <a:off x="4504268" y="549274"/>
            <a:ext cx="7315200" cy="580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27"/>
          <p:cNvSpPr txBox="1"/>
          <p:nvPr>
            <p:ph type="title"/>
          </p:nvPr>
        </p:nvSpPr>
        <p:spPr>
          <a:xfrm>
            <a:off x="372533" y="548639"/>
            <a:ext cx="3494314" cy="571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2">
  <p:cSld name="Фотография содержимого 2">
    <p:bg>
      <p:bgPr>
        <a:solidFill>
          <a:schemeClr val="accent2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8"/>
          <p:cNvPicPr preferRelativeResize="0"/>
          <p:nvPr>
            <p:ph idx="2" type="pic"/>
          </p:nvPr>
        </p:nvPicPr>
        <p:blipFill/>
        <p:spPr>
          <a:xfrm>
            <a:off x="7400543" y="0"/>
            <a:ext cx="4791456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56" name="Google Shape;256;p28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612774" y="1828800"/>
            <a:ext cx="6135624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type="title"/>
          </p:nvPr>
        </p:nvSpPr>
        <p:spPr>
          <a:xfrm>
            <a:off x="612648" y="548640"/>
            <a:ext cx="61356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5">
  <p:cSld name="Фотография содержимого 5">
    <p:bg>
      <p:bgPr>
        <a:solidFill>
          <a:schemeClr val="accen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9"/>
          <p:cNvPicPr preferRelativeResize="0"/>
          <p:nvPr>
            <p:ph idx="2" type="pic"/>
          </p:nvPr>
        </p:nvPicPr>
        <p:blipFill/>
        <p:spPr>
          <a:xfrm>
            <a:off x="0" y="0"/>
            <a:ext cx="6611509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61" name="Google Shape;261;p29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9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3" name="Google Shape;263;p29"/>
          <p:cNvSpPr txBox="1"/>
          <p:nvPr>
            <p:ph idx="1" type="body"/>
          </p:nvPr>
        </p:nvSpPr>
        <p:spPr>
          <a:xfrm>
            <a:off x="7253745" y="2212975"/>
            <a:ext cx="4362450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p29"/>
          <p:cNvSpPr txBox="1"/>
          <p:nvPr>
            <p:ph type="title"/>
          </p:nvPr>
        </p:nvSpPr>
        <p:spPr>
          <a:xfrm>
            <a:off x="7253808" y="584339"/>
            <a:ext cx="436168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6">
  <p:cSld name="Фотография содержимого 6">
    <p:bg>
      <p:bgPr>
        <a:solidFill>
          <a:schemeClr val="accen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0"/>
          <p:cNvPicPr preferRelativeResize="0"/>
          <p:nvPr>
            <p:ph idx="2" type="pic"/>
          </p:nvPr>
        </p:nvPicPr>
        <p:blipFill/>
        <p:spPr>
          <a:xfrm>
            <a:off x="5745480" y="0"/>
            <a:ext cx="644652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67" name="Google Shape;267;p30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612775" y="2212975"/>
            <a:ext cx="4360863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30"/>
          <p:cNvSpPr txBox="1"/>
          <p:nvPr>
            <p:ph type="title"/>
          </p:nvPr>
        </p:nvSpPr>
        <p:spPr>
          <a:xfrm>
            <a:off x="612648" y="583413"/>
            <a:ext cx="436168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7">
  <p:cSld name="Фотография содержимого 7">
    <p:bg>
      <p:bgPr>
        <a:solidFill>
          <a:schemeClr val="accen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1"/>
          <p:cNvPicPr preferRelativeResize="0"/>
          <p:nvPr>
            <p:ph idx="2" type="pic"/>
          </p:nvPr>
        </p:nvPicPr>
        <p:blipFill/>
        <p:spPr>
          <a:xfrm>
            <a:off x="1" y="0"/>
            <a:ext cx="6492240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72" name="Google Shape;272;p31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1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4" name="Google Shape;274;p31"/>
          <p:cNvSpPr txBox="1"/>
          <p:nvPr>
            <p:ph idx="1" type="body"/>
          </p:nvPr>
        </p:nvSpPr>
        <p:spPr>
          <a:xfrm>
            <a:off x="7104888" y="1380744"/>
            <a:ext cx="4512601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31"/>
          <p:cNvSpPr txBox="1"/>
          <p:nvPr>
            <p:ph type="title"/>
          </p:nvPr>
        </p:nvSpPr>
        <p:spPr>
          <a:xfrm>
            <a:off x="7094553" y="320040"/>
            <a:ext cx="4522936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8">
  <p:cSld name="Фотография содержимого 8">
    <p:bg>
      <p:bgPr>
        <a:solidFill>
          <a:schemeClr val="accen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>
            <p:ph idx="2" type="pic"/>
          </p:nvPr>
        </p:nvPicPr>
        <p:blipFill/>
        <p:spPr>
          <a:xfrm>
            <a:off x="5917720" y="0"/>
            <a:ext cx="6274279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78" name="Google Shape;278;p32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2"/>
          <p:cNvSpPr txBox="1"/>
          <p:nvPr>
            <p:ph idx="1" type="body"/>
          </p:nvPr>
        </p:nvSpPr>
        <p:spPr>
          <a:xfrm>
            <a:off x="612774" y="1380744"/>
            <a:ext cx="4572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32"/>
          <p:cNvSpPr txBox="1"/>
          <p:nvPr>
            <p:ph type="title"/>
          </p:nvPr>
        </p:nvSpPr>
        <p:spPr>
          <a:xfrm>
            <a:off x="612648" y="320040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9">
  <p:cSld name="Фотография содержимого 9">
    <p:bg>
      <p:bgPr>
        <a:solidFill>
          <a:schemeClr val="accent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>
            <p:ph idx="2" type="pic"/>
          </p:nvPr>
        </p:nvPicPr>
        <p:blipFill/>
        <p:spPr>
          <a:xfrm>
            <a:off x="0" y="0"/>
            <a:ext cx="7584144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83" name="Google Shape;283;p33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5" name="Google Shape;285;p33"/>
          <p:cNvSpPr txBox="1"/>
          <p:nvPr>
            <p:ph idx="1" type="body"/>
          </p:nvPr>
        </p:nvSpPr>
        <p:spPr>
          <a:xfrm>
            <a:off x="8212790" y="2212975"/>
            <a:ext cx="3401568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8212663" y="583413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Фотография содержимого 10">
  <p:cSld name="1_Фотография содержимого 10">
    <p:bg>
      <p:bgPr>
        <a:solidFill>
          <a:schemeClr val="accen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4"/>
          <p:cNvPicPr preferRelativeResize="0"/>
          <p:nvPr>
            <p:ph idx="2" type="pic"/>
          </p:nvPr>
        </p:nvPicPr>
        <p:blipFill/>
        <p:spPr>
          <a:xfrm>
            <a:off x="4761780" y="0"/>
            <a:ext cx="7430219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89" name="Google Shape;289;p34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4"/>
          <p:cNvSpPr txBox="1"/>
          <p:nvPr>
            <p:ph idx="1" type="body"/>
          </p:nvPr>
        </p:nvSpPr>
        <p:spPr>
          <a:xfrm>
            <a:off x="612775" y="2212975"/>
            <a:ext cx="3401568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34"/>
          <p:cNvSpPr txBox="1"/>
          <p:nvPr>
            <p:ph type="title"/>
          </p:nvPr>
        </p:nvSpPr>
        <p:spPr>
          <a:xfrm>
            <a:off x="612648" y="583413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1">
  <p:cSld name="Фотография содержимого 11">
    <p:bg>
      <p:bgPr>
        <a:solidFill>
          <a:schemeClr val="accen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5"/>
          <p:cNvPicPr preferRelativeResize="0"/>
          <p:nvPr>
            <p:ph idx="2" type="pic"/>
          </p:nvPr>
        </p:nvPicPr>
        <p:blipFill/>
        <p:spPr>
          <a:xfrm>
            <a:off x="0" y="0"/>
            <a:ext cx="7781365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94" name="Google Shape;294;p35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5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5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8344096" y="3099816"/>
            <a:ext cx="3273552" cy="295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8" name="Google Shape;298;p35"/>
          <p:cNvSpPr txBox="1"/>
          <p:nvPr>
            <p:ph type="title"/>
          </p:nvPr>
        </p:nvSpPr>
        <p:spPr>
          <a:xfrm>
            <a:off x="8343102" y="1078992"/>
            <a:ext cx="3273552" cy="19427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2">
  <p:cSld name="Фотография содержимого 12">
    <p:bg>
      <p:bgPr>
        <a:solidFill>
          <a:schemeClr val="accen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6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4635132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01" name="Google Shape;301;p36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6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4" name="Google Shape;304;p36"/>
          <p:cNvSpPr txBox="1"/>
          <p:nvPr>
            <p:ph idx="1" type="body"/>
          </p:nvPr>
        </p:nvSpPr>
        <p:spPr>
          <a:xfrm>
            <a:off x="5349240" y="5012267"/>
            <a:ext cx="6400800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52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10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type="title"/>
          </p:nvPr>
        </p:nvSpPr>
        <p:spPr>
          <a:xfrm>
            <a:off x="321732" y="5012268"/>
            <a:ext cx="3739896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3">
  <p:cSld name="Фотография содержимого 13">
    <p:bg>
      <p:bgPr>
        <a:solidFill>
          <a:schemeClr val="accen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7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377827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08" name="Google Shape;308;p37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7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7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1" name="Google Shape;311;p37"/>
          <p:cNvSpPr txBox="1"/>
          <p:nvPr>
            <p:ph idx="1" type="body"/>
          </p:nvPr>
        </p:nvSpPr>
        <p:spPr>
          <a:xfrm>
            <a:off x="3955868" y="4162318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indent="-29845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2" name="Google Shape;312;p37"/>
          <p:cNvSpPr txBox="1"/>
          <p:nvPr>
            <p:ph type="title"/>
          </p:nvPr>
        </p:nvSpPr>
        <p:spPr>
          <a:xfrm>
            <a:off x="321732" y="4162318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4">
  <p:cSld name="Фотография содержимого 14">
    <p:bg>
      <p:bgPr>
        <a:solidFill>
          <a:schemeClr val="accent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8"/>
          <p:cNvPicPr preferRelativeResize="0"/>
          <p:nvPr>
            <p:ph idx="2" type="pic"/>
          </p:nvPr>
        </p:nvPicPr>
        <p:blipFill/>
        <p:spPr>
          <a:xfrm>
            <a:off x="-1" y="3079730"/>
            <a:ext cx="12192000" cy="377827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15" name="Google Shape;315;p38"/>
          <p:cNvSpPr txBox="1"/>
          <p:nvPr>
            <p:ph idx="10" type="dt"/>
          </p:nvPr>
        </p:nvSpPr>
        <p:spPr>
          <a:xfrm>
            <a:off x="137160" y="59778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8"/>
          <p:cNvSpPr txBox="1"/>
          <p:nvPr>
            <p:ph idx="11" type="ftr"/>
          </p:nvPr>
        </p:nvSpPr>
        <p:spPr>
          <a:xfrm>
            <a:off x="8876521" y="59778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8"/>
          <p:cNvSpPr txBox="1"/>
          <p:nvPr>
            <p:ph idx="12" type="sldNum"/>
          </p:nvPr>
        </p:nvSpPr>
        <p:spPr>
          <a:xfrm>
            <a:off x="11632162" y="59778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3977640" y="561425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indent="-29845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9" name="Google Shape;319;p38"/>
          <p:cNvSpPr txBox="1"/>
          <p:nvPr>
            <p:ph type="title"/>
          </p:nvPr>
        </p:nvSpPr>
        <p:spPr>
          <a:xfrm>
            <a:off x="321732" y="561425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5">
  <p:cSld name="Фотография содержимого 15">
    <p:bg>
      <p:bgPr>
        <a:solidFill>
          <a:schemeClr val="accen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9"/>
          <p:cNvPicPr preferRelativeResize="0"/>
          <p:nvPr>
            <p:ph idx="2" type="pic"/>
          </p:nvPr>
        </p:nvPicPr>
        <p:blipFill/>
        <p:spPr>
          <a:xfrm>
            <a:off x="612645" y="1828800"/>
            <a:ext cx="6446520" cy="4425696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22" name="Google Shape;322;p39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39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39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5" name="Google Shape;325;p39"/>
          <p:cNvSpPr txBox="1"/>
          <p:nvPr>
            <p:ph idx="1" type="body"/>
          </p:nvPr>
        </p:nvSpPr>
        <p:spPr>
          <a:xfrm>
            <a:off x="7562088" y="1828800"/>
            <a:ext cx="4023360" cy="4428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39"/>
          <p:cNvSpPr txBox="1"/>
          <p:nvPr>
            <p:ph type="title"/>
          </p:nvPr>
        </p:nvSpPr>
        <p:spPr>
          <a:xfrm>
            <a:off x="612646" y="603504"/>
            <a:ext cx="10972802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6">
  <p:cSld name="Фотография содержимого 16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/>
          <p:nvPr/>
        </p:nvSpPr>
        <p:spPr>
          <a:xfrm>
            <a:off x="719253" y="2479468"/>
            <a:ext cx="3851157" cy="3851157"/>
          </a:xfrm>
          <a:prstGeom prst="ellipse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9" name="Google Shape;329;p40"/>
          <p:cNvSpPr/>
          <p:nvPr/>
        </p:nvSpPr>
        <p:spPr>
          <a:xfrm>
            <a:off x="719253" y="2479468"/>
            <a:ext cx="3851157" cy="3851157"/>
          </a:xfrm>
          <a:prstGeom prst="ellipse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30" name="Google Shape;330;p40"/>
          <p:cNvPicPr preferRelativeResize="0"/>
          <p:nvPr>
            <p:ph idx="2" type="pic"/>
          </p:nvPr>
        </p:nvPicPr>
        <p:blipFill/>
        <p:spPr>
          <a:xfrm>
            <a:off x="612648" y="2290890"/>
            <a:ext cx="3817620" cy="3817620"/>
          </a:xfrm>
          <a:prstGeom prst="ellipse">
            <a:avLst/>
          </a:prstGeom>
          <a:blipFill rotWithShape="1">
            <a:blip r:embed="rId2">
              <a:alphaModFix amt="75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1" name="Google Shape;331;p40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0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0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p40"/>
          <p:cNvSpPr txBox="1"/>
          <p:nvPr>
            <p:ph idx="1" type="body"/>
          </p:nvPr>
        </p:nvSpPr>
        <p:spPr>
          <a:xfrm>
            <a:off x="6096000" y="549275"/>
            <a:ext cx="5585925" cy="578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40"/>
          <p:cNvSpPr txBox="1"/>
          <p:nvPr>
            <p:ph type="title"/>
          </p:nvPr>
        </p:nvSpPr>
        <p:spPr>
          <a:xfrm>
            <a:off x="612648" y="548639"/>
            <a:ext cx="46725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я содержимого 17">
  <p:cSld name="Фотография содержимого 17">
    <p:bg>
      <p:bgPr>
        <a:solidFill>
          <a:schemeClr val="accen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/>
          <p:nvPr/>
        </p:nvSpPr>
        <p:spPr>
          <a:xfrm>
            <a:off x="831994" y="2708045"/>
            <a:ext cx="3371528" cy="3371528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8" name="Google Shape;338;p41"/>
          <p:cNvSpPr/>
          <p:nvPr/>
        </p:nvSpPr>
        <p:spPr>
          <a:xfrm>
            <a:off x="831994" y="2708045"/>
            <a:ext cx="3371528" cy="3371528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39" name="Google Shape;339;p41"/>
          <p:cNvPicPr preferRelativeResize="0"/>
          <p:nvPr>
            <p:ph idx="2" type="pic"/>
          </p:nvPr>
        </p:nvPicPr>
        <p:blipFill/>
        <p:spPr>
          <a:xfrm>
            <a:off x="731521" y="2509157"/>
            <a:ext cx="3342168" cy="3342168"/>
          </a:xfrm>
          <a:prstGeom prst="ellipse">
            <a:avLst/>
          </a:prstGeom>
          <a:blipFill rotWithShape="1">
            <a:blip r:embed="rId2">
              <a:alphaModFix amt="75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0" name="Google Shape;340;p41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1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3" name="Google Shape;343;p41"/>
          <p:cNvSpPr txBox="1"/>
          <p:nvPr>
            <p:ph idx="1" type="body"/>
          </p:nvPr>
        </p:nvSpPr>
        <p:spPr>
          <a:xfrm>
            <a:off x="5016500" y="549275"/>
            <a:ext cx="6561138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41"/>
          <p:cNvSpPr txBox="1"/>
          <p:nvPr>
            <p:ph type="title"/>
          </p:nvPr>
        </p:nvSpPr>
        <p:spPr>
          <a:xfrm>
            <a:off x="614678" y="550217"/>
            <a:ext cx="3657603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ьшое число 1">
  <p:cSld name="Большое число 1">
    <p:bg>
      <p:bgPr>
        <a:solidFill>
          <a:schemeClr val="accent2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42"/>
          <p:cNvGrpSpPr/>
          <p:nvPr/>
        </p:nvGrpSpPr>
        <p:grpSpPr>
          <a:xfrm>
            <a:off x="452064" y="432504"/>
            <a:ext cx="11287872" cy="4726236"/>
            <a:chOff x="521208" y="647905"/>
            <a:chExt cx="11365969" cy="5565740"/>
          </a:xfrm>
        </p:grpSpPr>
        <p:sp>
          <p:nvSpPr>
            <p:cNvPr id="347" name="Google Shape;347;p42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48" name="Google Shape;348;p42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49" name="Google Shape;349;p42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42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42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2" name="Google Shape;352;p42"/>
          <p:cNvSpPr txBox="1"/>
          <p:nvPr>
            <p:ph idx="1" type="subTitle"/>
          </p:nvPr>
        </p:nvSpPr>
        <p:spPr>
          <a:xfrm>
            <a:off x="2846197" y="5416242"/>
            <a:ext cx="6499606" cy="103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3" name="Google Shape;353;p42"/>
          <p:cNvSpPr txBox="1"/>
          <p:nvPr>
            <p:ph type="ctrTitle"/>
          </p:nvPr>
        </p:nvSpPr>
        <p:spPr>
          <a:xfrm>
            <a:off x="694944" y="655532"/>
            <a:ext cx="1058355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00"/>
              <a:buFont typeface="Century Gothic"/>
              <a:buNone/>
              <a:defRPr sz="2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Большое число 1">
  <p:cSld name="1_Большое число 1">
    <p:bg>
      <p:bgPr>
        <a:solidFill>
          <a:schemeClr val="accent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43"/>
          <p:cNvGrpSpPr/>
          <p:nvPr/>
        </p:nvGrpSpPr>
        <p:grpSpPr>
          <a:xfrm>
            <a:off x="452064" y="1726765"/>
            <a:ext cx="11287872" cy="4726236"/>
            <a:chOff x="521208" y="647905"/>
            <a:chExt cx="11365969" cy="5565740"/>
          </a:xfrm>
        </p:grpSpPr>
        <p:sp>
          <p:nvSpPr>
            <p:cNvPr id="356" name="Google Shape;356;p43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57" name="Google Shape;357;p43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58" name="Google Shape;358;p43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1" name="Google Shape;361;p43"/>
          <p:cNvSpPr txBox="1"/>
          <p:nvPr>
            <p:ph idx="1" type="subTitle"/>
          </p:nvPr>
        </p:nvSpPr>
        <p:spPr>
          <a:xfrm>
            <a:off x="2846197" y="404998"/>
            <a:ext cx="6499606" cy="1036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2" name="Google Shape;362;p43"/>
          <p:cNvSpPr txBox="1"/>
          <p:nvPr>
            <p:ph type="ctrTitle"/>
          </p:nvPr>
        </p:nvSpPr>
        <p:spPr>
          <a:xfrm>
            <a:off x="694944" y="1949794"/>
            <a:ext cx="1058355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91425" spcFirstLastPara="1" rIns="9142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00"/>
              <a:buFont typeface="Century Gothic"/>
              <a:buNone/>
              <a:defRPr sz="2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ольшое число 3">
  <p:cSld name="Большое число 3">
    <p:bg>
      <p:bgPr>
        <a:solidFill>
          <a:schemeClr val="dk2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44"/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365" name="Google Shape;365;p44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67" name="Google Shape;367;p44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0" name="Google Shape;370;p44"/>
          <p:cNvSpPr txBox="1"/>
          <p:nvPr>
            <p:ph idx="1" type="subTitle"/>
          </p:nvPr>
        </p:nvSpPr>
        <p:spPr>
          <a:xfrm>
            <a:off x="1806646" y="4809744"/>
            <a:ext cx="8385556" cy="1102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1" name="Google Shape;371;p44"/>
          <p:cNvSpPr txBox="1"/>
          <p:nvPr>
            <p:ph type="ctrTitle"/>
          </p:nvPr>
        </p:nvSpPr>
        <p:spPr>
          <a:xfrm>
            <a:off x="708096" y="731564"/>
            <a:ext cx="10582656" cy="40781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00"/>
              <a:buFont typeface="Century Gothic"/>
              <a:buNone/>
              <a:defRPr sz="2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явление 3">
  <p:cSld name="Заявление 3">
    <p:bg>
      <p:bgPr>
        <a:solidFill>
          <a:schemeClr val="accen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45"/>
          <p:cNvGrpSpPr/>
          <p:nvPr/>
        </p:nvGrpSpPr>
        <p:grpSpPr>
          <a:xfrm>
            <a:off x="10366671" y="307663"/>
            <a:ext cx="3650657" cy="3700458"/>
            <a:chOff x="9335008" y="164592"/>
            <a:chExt cx="6042545" cy="6124973"/>
          </a:xfrm>
        </p:grpSpPr>
        <p:sp>
          <p:nvSpPr>
            <p:cNvPr id="374" name="Google Shape;374;p45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5" name="Google Shape;375;p45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76" name="Google Shape;376;p45"/>
          <p:cNvGrpSpPr/>
          <p:nvPr/>
        </p:nvGrpSpPr>
        <p:grpSpPr>
          <a:xfrm>
            <a:off x="8876520" y="3790309"/>
            <a:ext cx="2626859" cy="2662693"/>
            <a:chOff x="9335008" y="164592"/>
            <a:chExt cx="6042545" cy="6124973"/>
          </a:xfrm>
        </p:grpSpPr>
        <p:sp>
          <p:nvSpPr>
            <p:cNvPr id="377" name="Google Shape;377;p45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8" name="Google Shape;378;p45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79" name="Google Shape;379;p45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2" name="Google Shape;382;p45"/>
          <p:cNvSpPr txBox="1"/>
          <p:nvPr>
            <p:ph idx="1" type="body"/>
          </p:nvPr>
        </p:nvSpPr>
        <p:spPr>
          <a:xfrm>
            <a:off x="612648" y="548640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 1">
  <p:cSld name="Цитата 1">
    <p:bg>
      <p:bgPr>
        <a:solidFill>
          <a:schemeClr val="accent4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rgbClr val="FAF3D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86" name="Google Shape;386;p46"/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87" name="Google Shape;387;p46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6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0" name="Google Shape;390;p46"/>
          <p:cNvSpPr txBox="1"/>
          <p:nvPr>
            <p:ph idx="1" type="subTitle"/>
          </p:nvPr>
        </p:nvSpPr>
        <p:spPr>
          <a:xfrm>
            <a:off x="800100" y="4935583"/>
            <a:ext cx="94277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1" name="Google Shape;391;p46"/>
          <p:cNvSpPr txBox="1"/>
          <p:nvPr>
            <p:ph type="ctrTitle"/>
          </p:nvPr>
        </p:nvSpPr>
        <p:spPr>
          <a:xfrm>
            <a:off x="800100" y="1382268"/>
            <a:ext cx="9898381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0"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3">
  <p:cSld name="Цитата 3">
    <p:bg>
      <p:bgPr>
        <a:solidFill>
          <a:schemeClr val="dk2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rgbClr val="FAF3D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4" name="Google Shape;394;p47"/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5" name="Google Shape;395;p47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47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47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8" name="Google Shape;398;p47"/>
          <p:cNvSpPr txBox="1"/>
          <p:nvPr>
            <p:ph idx="1" type="subTitle"/>
          </p:nvPr>
        </p:nvSpPr>
        <p:spPr>
          <a:xfrm>
            <a:off x="1274163" y="4935583"/>
            <a:ext cx="9427773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1" sz="22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9" name="Google Shape;399;p47"/>
          <p:cNvSpPr txBox="1"/>
          <p:nvPr>
            <p:ph type="ctrTitle"/>
          </p:nvPr>
        </p:nvSpPr>
        <p:spPr>
          <a:xfrm>
            <a:off x="1038860" y="1382268"/>
            <a:ext cx="9898381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sz="4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bg>
      <p:bgPr>
        <a:solidFill>
          <a:schemeClr val="accent1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8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48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8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4" name="Google Shape;404;p48"/>
          <p:cNvSpPr txBox="1"/>
          <p:nvPr>
            <p:ph idx="1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5" name="Google Shape;405;p48"/>
          <p:cNvSpPr txBox="1"/>
          <p:nvPr>
            <p:ph idx="2" type="body"/>
          </p:nvPr>
        </p:nvSpPr>
        <p:spPr>
          <a:xfrm>
            <a:off x="612775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p48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bg>
      <p:bgPr>
        <a:solidFill>
          <a:schemeClr val="accen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9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49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9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1" name="Google Shape;411;p49"/>
          <p:cNvSpPr txBox="1"/>
          <p:nvPr>
            <p:ph idx="1" type="body"/>
          </p:nvPr>
        </p:nvSpPr>
        <p:spPr>
          <a:xfrm>
            <a:off x="6172200" y="2387600"/>
            <a:ext cx="5183188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49"/>
          <p:cNvSpPr txBox="1"/>
          <p:nvPr>
            <p:ph idx="2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3" name="Google Shape;413;p49"/>
          <p:cNvSpPr txBox="1"/>
          <p:nvPr>
            <p:ph idx="3" type="body"/>
          </p:nvPr>
        </p:nvSpPr>
        <p:spPr>
          <a:xfrm>
            <a:off x="609600" y="2387600"/>
            <a:ext cx="5157788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4" name="Google Shape;414;p49"/>
          <p:cNvSpPr txBox="1"/>
          <p:nvPr>
            <p:ph idx="4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5" name="Google Shape;415;p49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bg>
      <p:bgPr>
        <a:solidFill>
          <a:schemeClr val="accent1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50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50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0" name="Google Shape;420;p50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bg>
      <p:bgPr>
        <a:solidFill>
          <a:schemeClr val="dk2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51"/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423" name="Google Shape;423;p51"/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24" name="Google Shape;424;p51"/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425" name="Google Shape;425;p51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51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51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bg>
      <p:bgPr>
        <a:solidFill>
          <a:schemeClr val="accent1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2" name="Google Shape;432;p52"/>
          <p:cNvSpPr txBox="1"/>
          <p:nvPr>
            <p:ph idx="1" type="body"/>
          </p:nvPr>
        </p:nvSpPr>
        <p:spPr>
          <a:xfrm>
            <a:off x="597160" y="2311121"/>
            <a:ext cx="3595634" cy="39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3" name="Google Shape;433;p52"/>
          <p:cNvSpPr txBox="1"/>
          <p:nvPr>
            <p:ph idx="2" type="body"/>
          </p:nvPr>
        </p:nvSpPr>
        <p:spPr>
          <a:xfrm>
            <a:off x="5134708" y="553615"/>
            <a:ext cx="6440258" cy="5755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4" name="Google Shape;434;p52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bg>
      <p:bgPr>
        <a:solidFill>
          <a:schemeClr val="accent4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3"/>
          <p:cNvSpPr/>
          <p:nvPr/>
        </p:nvSpPr>
        <p:spPr>
          <a:xfrm>
            <a:off x="5648341" y="565310"/>
            <a:ext cx="5949692" cy="5949692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37" name="Google Shape;437;p53"/>
          <p:cNvPicPr preferRelativeResize="0"/>
          <p:nvPr>
            <p:ph idx="2" type="pic"/>
          </p:nvPr>
        </p:nvPicPr>
        <p:blipFill/>
        <p:spPr>
          <a:xfrm>
            <a:off x="5547868" y="388874"/>
            <a:ext cx="5897880" cy="5897880"/>
          </a:xfrm>
          <a:prstGeom prst="ellipse">
            <a:avLst/>
          </a:prstGeom>
          <a:blipFill rotWithShape="1">
            <a:blip r:embed="rId2">
              <a:alphaModFix amt="75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8" name="Google Shape;438;p53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0" name="Google Shape;440;p53"/>
          <p:cNvSpPr txBox="1"/>
          <p:nvPr>
            <p:ph idx="1" type="body"/>
          </p:nvPr>
        </p:nvSpPr>
        <p:spPr>
          <a:xfrm>
            <a:off x="609601" y="2826137"/>
            <a:ext cx="3585586" cy="3434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1" name="Google Shape;441;p53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ение 2">
  <p:cSld name="Заключение 2">
    <p:bg>
      <p:bgPr>
        <a:solidFill>
          <a:schemeClr val="dk2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54"/>
          <p:cNvGrpSpPr/>
          <p:nvPr/>
        </p:nvGrpSpPr>
        <p:grpSpPr>
          <a:xfrm>
            <a:off x="9783028" y="1443872"/>
            <a:ext cx="4817943" cy="4883667"/>
            <a:chOff x="9335008" y="164592"/>
            <a:chExt cx="6042545" cy="6124973"/>
          </a:xfrm>
        </p:grpSpPr>
        <p:sp>
          <p:nvSpPr>
            <p:cNvPr id="444" name="Google Shape;444;p54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45" name="Google Shape;445;p54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2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446" name="Google Shape;446;p54"/>
          <p:cNvGrpSpPr/>
          <p:nvPr/>
        </p:nvGrpSpPr>
        <p:grpSpPr>
          <a:xfrm>
            <a:off x="8970244" y="-1326835"/>
            <a:ext cx="2617957" cy="2653669"/>
            <a:chOff x="9335008" y="164592"/>
            <a:chExt cx="6042545" cy="6124973"/>
          </a:xfrm>
        </p:grpSpPr>
        <p:sp>
          <p:nvSpPr>
            <p:cNvPr id="447" name="Google Shape;447;p54"/>
            <p:cNvSpPr/>
            <p:nvPr/>
          </p:nvSpPr>
          <p:spPr>
            <a:xfrm>
              <a:off x="9427861" y="339873"/>
              <a:ext cx="5949692" cy="5949692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448" name="Google Shape;448;p54"/>
            <p:cNvSpPr/>
            <p:nvPr/>
          </p:nvSpPr>
          <p:spPr>
            <a:xfrm>
              <a:off x="9335008" y="164592"/>
              <a:ext cx="5949692" cy="5949692"/>
            </a:xfrm>
            <a:prstGeom prst="ellipse">
              <a:avLst/>
            </a:prstGeom>
            <a:solidFill>
              <a:schemeClr val="accent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 Light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449" name="Google Shape;449;p54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54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54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52" name="Google Shape;452;p54"/>
          <p:cNvSpPr txBox="1"/>
          <p:nvPr>
            <p:ph idx="1" type="body"/>
          </p:nvPr>
        </p:nvSpPr>
        <p:spPr>
          <a:xfrm>
            <a:off x="612775" y="3622674"/>
            <a:ext cx="8430639" cy="12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3" name="Google Shape;453;p54"/>
          <p:cNvSpPr txBox="1"/>
          <p:nvPr>
            <p:ph type="title"/>
          </p:nvPr>
        </p:nvSpPr>
        <p:spPr>
          <a:xfrm>
            <a:off x="612647" y="1627318"/>
            <a:ext cx="843076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с макетом рисунка" showMasterSp="0">
  <p:cSld name="Титульный слайд с макетом рисунка">
    <p:bg>
      <p:bgPr>
        <a:solidFill>
          <a:schemeClr val="accent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6" name="Google Shape;456;p55"/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57" name="Google Shape;457;p55"/>
          <p:cNvPicPr preferRelativeResize="0"/>
          <p:nvPr>
            <p:ph idx="2" type="pic"/>
          </p:nvPr>
        </p:nvPicPr>
        <p:blipFill/>
        <p:spPr>
          <a:xfrm>
            <a:off x="7246779" y="800099"/>
            <a:ext cx="3834628" cy="4953001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8" name="Google Shape;458;p55"/>
          <p:cNvSpPr txBox="1"/>
          <p:nvPr>
            <p:ph idx="1" type="subTitle"/>
          </p:nvPr>
        </p:nvSpPr>
        <p:spPr>
          <a:xfrm>
            <a:off x="1463040" y="4014216"/>
            <a:ext cx="4873752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9" name="Google Shape;459;p55"/>
          <p:cNvSpPr txBox="1"/>
          <p:nvPr>
            <p:ph type="ctrTitle"/>
          </p:nvPr>
        </p:nvSpPr>
        <p:spPr>
          <a:xfrm>
            <a:off x="1463040" y="1280160"/>
            <a:ext cx="4873752" cy="2670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фотографии с выравниванием по правому краю" showMasterSp="0">
  <p:cSld name="Макет фотографии с выравниванием по правому краю">
    <p:bg>
      <p:bgPr>
        <a:solidFill>
          <a:schemeClr val="dk2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"/>
          <p:cNvSpPr/>
          <p:nvPr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2" name="Google Shape;462;p56"/>
          <p:cNvSpPr/>
          <p:nvPr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63" name="Google Shape;463;p56"/>
          <p:cNvPicPr preferRelativeResize="0"/>
          <p:nvPr>
            <p:ph idx="2" type="pic"/>
          </p:nvPr>
        </p:nvPicPr>
        <p:blipFill/>
        <p:spPr>
          <a:xfrm>
            <a:off x="8296656" y="0"/>
            <a:ext cx="3895343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64" name="Google Shape;464;p56"/>
          <p:cNvSpPr txBox="1"/>
          <p:nvPr>
            <p:ph idx="1" type="body"/>
          </p:nvPr>
        </p:nvSpPr>
        <p:spPr>
          <a:xfrm>
            <a:off x="1389888" y="3054096"/>
            <a:ext cx="5010912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5" name="Google Shape;465;p56"/>
          <p:cNvSpPr txBox="1"/>
          <p:nvPr>
            <p:ph type="title"/>
          </p:nvPr>
        </p:nvSpPr>
        <p:spPr>
          <a:xfrm>
            <a:off x="1389888" y="1719072"/>
            <a:ext cx="5038344" cy="116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 x4">
  <p:cSld name="Команда x4">
    <p:bg>
      <p:bgPr>
        <a:solidFill>
          <a:schemeClr val="dk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7"/>
          <p:cNvSpPr/>
          <p:nvPr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8" name="Google Shape;468;p57"/>
          <p:cNvSpPr/>
          <p:nvPr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69" name="Google Shape;469;p57"/>
          <p:cNvSpPr/>
          <p:nvPr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0" name="Google Shape;470;p57"/>
          <p:cNvSpPr/>
          <p:nvPr/>
        </p:nvSpPr>
        <p:spPr>
          <a:xfrm>
            <a:off x="9233157" y="2328404"/>
            <a:ext cx="2542032" cy="3200400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1" name="Google Shape;471;p57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57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57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74" name="Google Shape;474;p57"/>
          <p:cNvSpPr txBox="1"/>
          <p:nvPr>
            <p:ph idx="1" type="body"/>
          </p:nvPr>
        </p:nvSpPr>
        <p:spPr>
          <a:xfrm>
            <a:off x="565816" y="2193042"/>
            <a:ext cx="2514600" cy="3200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377425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75" name="Google Shape;475;p57"/>
          <p:cNvPicPr preferRelativeResize="0"/>
          <p:nvPr>
            <p:ph idx="2" type="pic"/>
          </p:nvPr>
        </p:nvPicPr>
        <p:blipFill/>
        <p:spPr>
          <a:xfrm>
            <a:off x="579532" y="2193042"/>
            <a:ext cx="2487168" cy="210312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6" name="Google Shape;476;p57"/>
          <p:cNvSpPr txBox="1"/>
          <p:nvPr>
            <p:ph idx="3" type="body"/>
          </p:nvPr>
        </p:nvSpPr>
        <p:spPr>
          <a:xfrm>
            <a:off x="580220" y="4889897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7" name="Google Shape;477;p57"/>
          <p:cNvSpPr txBox="1"/>
          <p:nvPr>
            <p:ph idx="4" type="body"/>
          </p:nvPr>
        </p:nvSpPr>
        <p:spPr>
          <a:xfrm>
            <a:off x="3419856" y="2193042"/>
            <a:ext cx="2514600" cy="3200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377425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78" name="Google Shape;478;p57"/>
          <p:cNvPicPr preferRelativeResize="0"/>
          <p:nvPr>
            <p:ph idx="5" type="pic"/>
          </p:nvPr>
        </p:nvPicPr>
        <p:blipFill/>
        <p:spPr>
          <a:xfrm>
            <a:off x="3433572" y="2193042"/>
            <a:ext cx="2487168" cy="210312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9" name="Google Shape;479;p57"/>
          <p:cNvSpPr txBox="1"/>
          <p:nvPr>
            <p:ph idx="6" type="body"/>
          </p:nvPr>
        </p:nvSpPr>
        <p:spPr>
          <a:xfrm>
            <a:off x="3419856" y="4889897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0" name="Google Shape;480;p57"/>
          <p:cNvSpPr txBox="1"/>
          <p:nvPr>
            <p:ph idx="7" type="body"/>
          </p:nvPr>
        </p:nvSpPr>
        <p:spPr>
          <a:xfrm>
            <a:off x="6263640" y="2193042"/>
            <a:ext cx="2514600" cy="3200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377425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81" name="Google Shape;481;p57"/>
          <p:cNvPicPr preferRelativeResize="0"/>
          <p:nvPr>
            <p:ph idx="8" type="pic"/>
          </p:nvPr>
        </p:nvPicPr>
        <p:blipFill/>
        <p:spPr>
          <a:xfrm>
            <a:off x="6277356" y="2193042"/>
            <a:ext cx="2487168" cy="210312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2" name="Google Shape;482;p57"/>
          <p:cNvSpPr txBox="1"/>
          <p:nvPr>
            <p:ph idx="9" type="body"/>
          </p:nvPr>
        </p:nvSpPr>
        <p:spPr>
          <a:xfrm>
            <a:off x="6263640" y="4889897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3" name="Google Shape;483;p57"/>
          <p:cNvSpPr txBox="1"/>
          <p:nvPr>
            <p:ph idx="13" type="body"/>
          </p:nvPr>
        </p:nvSpPr>
        <p:spPr>
          <a:xfrm>
            <a:off x="9107424" y="2169547"/>
            <a:ext cx="2514600" cy="3200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377425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84" name="Google Shape;484;p57"/>
          <p:cNvPicPr preferRelativeResize="0"/>
          <p:nvPr>
            <p:ph idx="14" type="pic"/>
          </p:nvPr>
        </p:nvPicPr>
        <p:blipFill/>
        <p:spPr>
          <a:xfrm>
            <a:off x="9121140" y="2169547"/>
            <a:ext cx="2487168" cy="210312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5" name="Google Shape;485;p57"/>
          <p:cNvSpPr txBox="1"/>
          <p:nvPr>
            <p:ph idx="15" type="body"/>
          </p:nvPr>
        </p:nvSpPr>
        <p:spPr>
          <a:xfrm>
            <a:off x="9107424" y="4889897"/>
            <a:ext cx="2514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6" name="Google Shape;486;p57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 x8" showMasterSp="0">
  <p:cSld name="Команда x8">
    <p:bg>
      <p:bgPr>
        <a:solidFill>
          <a:schemeClr val="accent2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/>
          <p:nvPr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89" name="Google Shape;489;p58"/>
          <p:cNvSpPr/>
          <p:nvPr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0" name="Google Shape;490;p58"/>
          <p:cNvSpPr/>
          <p:nvPr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1" name="Google Shape;491;p58"/>
          <p:cNvSpPr/>
          <p:nvPr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2" name="Google Shape;492;p58"/>
          <p:cNvSpPr/>
          <p:nvPr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3" name="Google Shape;493;p58"/>
          <p:cNvSpPr/>
          <p:nvPr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4" name="Google Shape;494;p58"/>
          <p:cNvSpPr/>
          <p:nvPr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5" name="Google Shape;495;p58"/>
          <p:cNvSpPr/>
          <p:nvPr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6" name="Google Shape;496;p58"/>
          <p:cNvSpPr txBox="1"/>
          <p:nvPr>
            <p:ph idx="1" type="body"/>
          </p:nvPr>
        </p:nvSpPr>
        <p:spPr>
          <a:xfrm>
            <a:off x="565816" y="186537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97" name="Google Shape;497;p58"/>
          <p:cNvPicPr preferRelativeResize="0"/>
          <p:nvPr>
            <p:ph idx="2" type="pic"/>
          </p:nvPr>
        </p:nvPicPr>
        <p:blipFill/>
        <p:spPr>
          <a:xfrm>
            <a:off x="579532" y="1874520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8" name="Google Shape;498;p58"/>
          <p:cNvSpPr txBox="1"/>
          <p:nvPr>
            <p:ph idx="3" type="body"/>
          </p:nvPr>
        </p:nvSpPr>
        <p:spPr>
          <a:xfrm>
            <a:off x="580220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9" name="Google Shape;499;p58"/>
          <p:cNvSpPr txBox="1"/>
          <p:nvPr>
            <p:ph idx="4" type="body"/>
          </p:nvPr>
        </p:nvSpPr>
        <p:spPr>
          <a:xfrm>
            <a:off x="565816" y="424281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00" name="Google Shape;500;p58"/>
          <p:cNvPicPr preferRelativeResize="0"/>
          <p:nvPr>
            <p:ph idx="5" type="pic"/>
          </p:nvPr>
        </p:nvPicPr>
        <p:blipFill/>
        <p:spPr>
          <a:xfrm>
            <a:off x="579532" y="4242816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1" name="Google Shape;501;p58"/>
          <p:cNvSpPr txBox="1"/>
          <p:nvPr>
            <p:ph idx="6" type="body"/>
          </p:nvPr>
        </p:nvSpPr>
        <p:spPr>
          <a:xfrm>
            <a:off x="580220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2" name="Google Shape;502;p58"/>
          <p:cNvSpPr txBox="1"/>
          <p:nvPr>
            <p:ph idx="7" type="body"/>
          </p:nvPr>
        </p:nvSpPr>
        <p:spPr>
          <a:xfrm>
            <a:off x="3419856" y="186537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03" name="Google Shape;503;p58"/>
          <p:cNvPicPr preferRelativeResize="0"/>
          <p:nvPr>
            <p:ph idx="8" type="pic"/>
          </p:nvPr>
        </p:nvPicPr>
        <p:blipFill/>
        <p:spPr>
          <a:xfrm>
            <a:off x="3433572" y="1874520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4" name="Google Shape;504;p58"/>
          <p:cNvSpPr txBox="1"/>
          <p:nvPr>
            <p:ph idx="9" type="body"/>
          </p:nvPr>
        </p:nvSpPr>
        <p:spPr>
          <a:xfrm>
            <a:off x="3419856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5" name="Google Shape;505;p58"/>
          <p:cNvSpPr txBox="1"/>
          <p:nvPr>
            <p:ph idx="13" type="body"/>
          </p:nvPr>
        </p:nvSpPr>
        <p:spPr>
          <a:xfrm>
            <a:off x="3419856" y="424281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06" name="Google Shape;506;p58"/>
          <p:cNvPicPr preferRelativeResize="0"/>
          <p:nvPr>
            <p:ph idx="14" type="pic"/>
          </p:nvPr>
        </p:nvPicPr>
        <p:blipFill/>
        <p:spPr>
          <a:xfrm>
            <a:off x="3433572" y="4242816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7" name="Google Shape;507;p58"/>
          <p:cNvSpPr txBox="1"/>
          <p:nvPr>
            <p:ph idx="15" type="body"/>
          </p:nvPr>
        </p:nvSpPr>
        <p:spPr>
          <a:xfrm>
            <a:off x="3419856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8" name="Google Shape;508;p58"/>
          <p:cNvSpPr txBox="1"/>
          <p:nvPr>
            <p:ph idx="16" type="body"/>
          </p:nvPr>
        </p:nvSpPr>
        <p:spPr>
          <a:xfrm>
            <a:off x="6263640" y="186537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09" name="Google Shape;509;p58"/>
          <p:cNvPicPr preferRelativeResize="0"/>
          <p:nvPr>
            <p:ph idx="17" type="pic"/>
          </p:nvPr>
        </p:nvPicPr>
        <p:blipFill/>
        <p:spPr>
          <a:xfrm>
            <a:off x="6277356" y="1874520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0" name="Google Shape;510;p58"/>
          <p:cNvSpPr txBox="1"/>
          <p:nvPr>
            <p:ph idx="18" type="body"/>
          </p:nvPr>
        </p:nvSpPr>
        <p:spPr>
          <a:xfrm>
            <a:off x="6263640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1" name="Google Shape;511;p58"/>
          <p:cNvSpPr txBox="1"/>
          <p:nvPr>
            <p:ph idx="19" type="body"/>
          </p:nvPr>
        </p:nvSpPr>
        <p:spPr>
          <a:xfrm>
            <a:off x="6263640" y="424281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2" name="Google Shape;512;p58"/>
          <p:cNvPicPr preferRelativeResize="0"/>
          <p:nvPr>
            <p:ph idx="20" type="pic"/>
          </p:nvPr>
        </p:nvPicPr>
        <p:blipFill/>
        <p:spPr>
          <a:xfrm>
            <a:off x="6277356" y="4242816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3" name="Google Shape;513;p58"/>
          <p:cNvSpPr txBox="1"/>
          <p:nvPr>
            <p:ph idx="21" type="body"/>
          </p:nvPr>
        </p:nvSpPr>
        <p:spPr>
          <a:xfrm>
            <a:off x="6263640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58"/>
          <p:cNvSpPr txBox="1"/>
          <p:nvPr>
            <p:ph idx="22" type="body"/>
          </p:nvPr>
        </p:nvSpPr>
        <p:spPr>
          <a:xfrm>
            <a:off x="9107424" y="186537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5" name="Google Shape;515;p58"/>
          <p:cNvPicPr preferRelativeResize="0"/>
          <p:nvPr>
            <p:ph idx="23" type="pic"/>
          </p:nvPr>
        </p:nvPicPr>
        <p:blipFill/>
        <p:spPr>
          <a:xfrm>
            <a:off x="9121140" y="1874520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6" name="Google Shape;516;p58"/>
          <p:cNvSpPr txBox="1"/>
          <p:nvPr>
            <p:ph idx="24" type="body"/>
          </p:nvPr>
        </p:nvSpPr>
        <p:spPr>
          <a:xfrm>
            <a:off x="9107424" y="3584901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7" name="Google Shape;517;p58"/>
          <p:cNvSpPr txBox="1"/>
          <p:nvPr>
            <p:ph idx="25" type="body"/>
          </p:nvPr>
        </p:nvSpPr>
        <p:spPr>
          <a:xfrm>
            <a:off x="9107424" y="4242816"/>
            <a:ext cx="2514600" cy="2084832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49045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18" name="Google Shape;518;p58"/>
          <p:cNvPicPr preferRelativeResize="0"/>
          <p:nvPr>
            <p:ph idx="26" type="pic"/>
          </p:nvPr>
        </p:nvPicPr>
        <p:blipFill/>
        <p:spPr>
          <a:xfrm>
            <a:off x="9121140" y="4242816"/>
            <a:ext cx="2487168" cy="128016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9" name="Google Shape;519;p58"/>
          <p:cNvSpPr txBox="1"/>
          <p:nvPr>
            <p:ph idx="27" type="body"/>
          </p:nvPr>
        </p:nvSpPr>
        <p:spPr>
          <a:xfrm>
            <a:off x="9107424" y="5947269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0" name="Google Shape;520;p58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ременная шкала" showMasterSp="0">
  <p:cSld name="Временная шкала">
    <p:bg>
      <p:bgPr>
        <a:solidFill>
          <a:schemeClr val="accent3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9"/>
          <p:cNvSpPr/>
          <p:nvPr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3" name="Google Shape;523;p59"/>
          <p:cNvSpPr/>
          <p:nvPr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4" name="Google Shape;524;p59"/>
          <p:cNvSpPr/>
          <p:nvPr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5" name="Google Shape;525;p59"/>
          <p:cNvSpPr/>
          <p:nvPr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6" name="Google Shape;526;p59"/>
          <p:cNvSpPr/>
          <p:nvPr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7" name="Google Shape;527;p59"/>
          <p:cNvSpPr/>
          <p:nvPr>
            <p:ph idx="1" type="body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7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8" name="Google Shape;528;p59"/>
          <p:cNvSpPr/>
          <p:nvPr>
            <p:ph idx="2" type="body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7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9" name="Google Shape;529;p59"/>
          <p:cNvSpPr/>
          <p:nvPr>
            <p:ph idx="3" type="body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7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0" name="Google Shape;530;p59"/>
          <p:cNvSpPr/>
          <p:nvPr>
            <p:ph idx="4" type="body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7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1" name="Google Shape;531;p59"/>
          <p:cNvSpPr/>
          <p:nvPr>
            <p:ph idx="5" type="body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7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2" name="Google Shape;532;p59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двух объектов">
  <p:cSld name="Макет двух объектов">
    <p:bg>
      <p:bgPr>
        <a:solidFill>
          <a:schemeClr val="accent4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/>
          <p:nvPr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35" name="Google Shape;535;p60"/>
          <p:cNvSpPr/>
          <p:nvPr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36" name="Google Shape;536;p60"/>
          <p:cNvSpPr txBox="1"/>
          <p:nvPr>
            <p:ph idx="1" type="body"/>
          </p:nvPr>
        </p:nvSpPr>
        <p:spPr>
          <a:xfrm>
            <a:off x="685800" y="1956816"/>
            <a:ext cx="5048882" cy="398678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20025" spcFirstLastPara="1" rIns="91425" wrap="square" tIns="5029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7" name="Google Shape;537;p60"/>
          <p:cNvSpPr txBox="1"/>
          <p:nvPr>
            <p:ph idx="2" type="body"/>
          </p:nvPr>
        </p:nvSpPr>
        <p:spPr>
          <a:xfrm>
            <a:off x="932688" y="2944368"/>
            <a:ext cx="4604512" cy="2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indent="-266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indent="-2635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indent="-2635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60"/>
          <p:cNvSpPr txBox="1"/>
          <p:nvPr>
            <p:ph idx="3" type="body"/>
          </p:nvPr>
        </p:nvSpPr>
        <p:spPr>
          <a:xfrm>
            <a:off x="6358128" y="1956816"/>
            <a:ext cx="5047488" cy="398678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20025" spcFirstLastPara="1" rIns="91425" wrap="square" tIns="5029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9" name="Google Shape;539;p60"/>
          <p:cNvSpPr txBox="1"/>
          <p:nvPr>
            <p:ph idx="4" type="body"/>
          </p:nvPr>
        </p:nvSpPr>
        <p:spPr>
          <a:xfrm>
            <a:off x="6600154" y="2944368"/>
            <a:ext cx="4608576" cy="2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indent="-266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indent="-2635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indent="-2635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0" name="Google Shape;540;p60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60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60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43" name="Google Shape;543;p60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трех объектов">
  <p:cSld name="Макет трех объектов">
    <p:bg>
      <p:bgPr>
        <a:solidFill>
          <a:schemeClr val="accent4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1"/>
          <p:cNvSpPr/>
          <p:nvPr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6" name="Google Shape;546;p61"/>
          <p:cNvSpPr/>
          <p:nvPr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7" name="Google Shape;547;p61"/>
          <p:cNvSpPr/>
          <p:nvPr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8" name="Google Shape;548;p61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61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61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1" name="Google Shape;551;p61"/>
          <p:cNvSpPr txBox="1"/>
          <p:nvPr>
            <p:ph idx="1" type="body"/>
          </p:nvPr>
        </p:nvSpPr>
        <p:spPr>
          <a:xfrm>
            <a:off x="685800" y="1956816"/>
            <a:ext cx="3246120" cy="398678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20025" spcFirstLastPara="1" rIns="91425" wrap="square" tIns="5029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2" name="Google Shape;552;p61"/>
          <p:cNvSpPr txBox="1"/>
          <p:nvPr>
            <p:ph idx="2" type="body"/>
          </p:nvPr>
        </p:nvSpPr>
        <p:spPr>
          <a:xfrm>
            <a:off x="4480560" y="1956816"/>
            <a:ext cx="3246120" cy="398678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20025" spcFirstLastPara="1" rIns="91425" wrap="square" tIns="5029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3" name="Google Shape;553;p61"/>
          <p:cNvSpPr txBox="1"/>
          <p:nvPr>
            <p:ph idx="3" type="body"/>
          </p:nvPr>
        </p:nvSpPr>
        <p:spPr>
          <a:xfrm>
            <a:off x="8247888" y="1956816"/>
            <a:ext cx="3246120" cy="398678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20025" spcFirstLastPara="1" rIns="91425" wrap="square" tIns="5029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4" name="Google Shape;554;p61"/>
          <p:cNvSpPr txBox="1"/>
          <p:nvPr>
            <p:ph idx="4" type="body"/>
          </p:nvPr>
        </p:nvSpPr>
        <p:spPr>
          <a:xfrm>
            <a:off x="932688" y="2944368"/>
            <a:ext cx="2743200" cy="2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indent="-266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indent="-2635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indent="-2635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5" name="Google Shape;555;p61"/>
          <p:cNvSpPr txBox="1"/>
          <p:nvPr>
            <p:ph idx="5" type="body"/>
          </p:nvPr>
        </p:nvSpPr>
        <p:spPr>
          <a:xfrm>
            <a:off x="8489914" y="2944368"/>
            <a:ext cx="2743200" cy="2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indent="-266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indent="-2635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indent="-2635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6" name="Google Shape;556;p61"/>
          <p:cNvSpPr txBox="1"/>
          <p:nvPr>
            <p:ph idx="6" type="body"/>
          </p:nvPr>
        </p:nvSpPr>
        <p:spPr>
          <a:xfrm>
            <a:off x="4715873" y="2944368"/>
            <a:ext cx="2743200" cy="2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600"/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1400"/>
            </a:lvl2pPr>
            <a:lvl3pPr indent="-266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indent="-2635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4pPr>
            <a:lvl5pPr indent="-26352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5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7" name="Google Shape;557;p61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кет фотографии с выравниванием по левому краю" showMasterSp="0">
  <p:cSld name="Макет фотографии с выравниванием по левому краю">
    <p:bg>
      <p:bgPr>
        <a:solidFill>
          <a:schemeClr val="accent2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2"/>
          <p:cNvSpPr/>
          <p:nvPr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0" name="Google Shape;560;p62"/>
          <p:cNvSpPr/>
          <p:nvPr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 Light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61" name="Google Shape;561;p62"/>
          <p:cNvPicPr preferRelativeResize="0"/>
          <p:nvPr>
            <p:ph idx="2" type="pic"/>
          </p:nvPr>
        </p:nvPicPr>
        <p:blipFill/>
        <p:spPr>
          <a:xfrm>
            <a:off x="0" y="0"/>
            <a:ext cx="4351128" cy="68580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562" name="Google Shape;562;p62"/>
          <p:cNvSpPr txBox="1"/>
          <p:nvPr>
            <p:ph idx="1" type="body"/>
          </p:nvPr>
        </p:nvSpPr>
        <p:spPr>
          <a:xfrm>
            <a:off x="5961888" y="2944368"/>
            <a:ext cx="4818888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175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4pPr>
            <a:lvl5pPr indent="-29845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3" name="Google Shape;563;p62"/>
          <p:cNvSpPr txBox="1"/>
          <p:nvPr>
            <p:ph type="title"/>
          </p:nvPr>
        </p:nvSpPr>
        <p:spPr>
          <a:xfrm>
            <a:off x="5978024" y="1783080"/>
            <a:ext cx="4959821" cy="116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2647" y="1715532"/>
            <a:ext cx="10966706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12647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8394504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0145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12.png"/><Relationship Id="rId10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3"/>
          <p:cNvSpPr txBox="1"/>
          <p:nvPr>
            <p:ph idx="1" type="subTitle"/>
          </p:nvPr>
        </p:nvSpPr>
        <p:spPr>
          <a:xfrm>
            <a:off x="2187622" y="4133849"/>
            <a:ext cx="7588154" cy="1210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Капитан команды: Нечаева Наталья</a:t>
            </a:r>
            <a:endParaRPr b="0" i="0" sz="22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ru-RU" sz="1992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Презентацию подготовили: Суворов Роман / </a:t>
            </a:r>
            <a:r>
              <a:rPr b="0" i="0" lang="ru-RU" sz="1992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Фирсов Кирилл</a:t>
            </a:r>
            <a:endParaRPr b="0" i="0" sz="1992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69" name="Google Shape;569;p63"/>
          <p:cNvSpPr txBox="1"/>
          <p:nvPr>
            <p:ph type="ctrTitle"/>
          </p:nvPr>
        </p:nvSpPr>
        <p:spPr>
          <a:xfrm>
            <a:off x="1866899" y="1208584"/>
            <a:ext cx="8229600" cy="2621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entury Gothic"/>
              <a:buNone/>
            </a:pPr>
            <a:r>
              <a:rPr lang="ru-RU" sz="8000"/>
              <a:t>Confluence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pic>
        <p:nvPicPr>
          <p:cNvPr id="570" name="Google Shape;570;p63" title="Atlassian_Confluence_2017_logo_(cropped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950" y="1099525"/>
            <a:ext cx="1537500" cy="15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4"/>
          <p:cNvSpPr txBox="1"/>
          <p:nvPr>
            <p:ph idx="1" type="body"/>
          </p:nvPr>
        </p:nvSpPr>
        <p:spPr>
          <a:xfrm>
            <a:off x="5769864" y="457200"/>
            <a:ext cx="3840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ru-RU" sz="3600"/>
              <a:t>Confluence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6" name="Google Shape;576;p64"/>
          <p:cNvSpPr txBox="1"/>
          <p:nvPr>
            <p:ph idx="5" type="body"/>
          </p:nvPr>
        </p:nvSpPr>
        <p:spPr>
          <a:xfrm>
            <a:off x="5769864" y="1746504"/>
            <a:ext cx="38406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ru-RU" sz="3600"/>
              <a:t>Основные возможности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7" name="Google Shape;577;p64"/>
          <p:cNvSpPr txBox="1"/>
          <p:nvPr>
            <p:ph idx="8" type="body"/>
          </p:nvPr>
        </p:nvSpPr>
        <p:spPr>
          <a:xfrm>
            <a:off x="5769864" y="3035808"/>
            <a:ext cx="58716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ru-RU" sz="6000"/>
              <a:t>Применение в компаниях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8" name="Google Shape;578;p64"/>
          <p:cNvSpPr txBox="1"/>
          <p:nvPr>
            <p:ph idx="14" type="body"/>
          </p:nvPr>
        </p:nvSpPr>
        <p:spPr>
          <a:xfrm>
            <a:off x="5769864" y="4325112"/>
            <a:ext cx="58716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ru-RU" sz="3600"/>
              <a:t>Сравнение с другими инструментами</a:t>
            </a:r>
            <a:endParaRPr b="0" i="0" sz="2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9" name="Google Shape;579;p64"/>
          <p:cNvSpPr txBox="1"/>
          <p:nvPr>
            <p:ph idx="17" type="body"/>
          </p:nvPr>
        </p:nvSpPr>
        <p:spPr>
          <a:xfrm>
            <a:off x="5769864" y="5614415"/>
            <a:ext cx="38406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entury Gothic"/>
              <a:buNone/>
            </a:pPr>
            <a:r>
              <a:rPr lang="ru-RU" sz="3600"/>
              <a:t>Преимущества использования</a:t>
            </a:r>
            <a:endParaRPr b="0" i="0" sz="2000" u="none" cap="none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0" name="Google Shape;580;p64"/>
          <p:cNvSpPr txBox="1"/>
          <p:nvPr>
            <p:ph type="title"/>
          </p:nvPr>
        </p:nvSpPr>
        <p:spPr>
          <a:xfrm>
            <a:off x="731520" y="1947671"/>
            <a:ext cx="3209400" cy="28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Оглавление</a:t>
            </a:r>
            <a:endParaRPr b="0" i="0" sz="3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5"/>
          <p:cNvSpPr/>
          <p:nvPr/>
        </p:nvSpPr>
        <p:spPr>
          <a:xfrm>
            <a:off x="97325" y="179250"/>
            <a:ext cx="7921500" cy="23496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6" name="Google Shape;586;p65"/>
          <p:cNvSpPr txBox="1"/>
          <p:nvPr>
            <p:ph type="title"/>
          </p:nvPr>
        </p:nvSpPr>
        <p:spPr>
          <a:xfrm>
            <a:off x="351325" y="459400"/>
            <a:ext cx="7302600" cy="1821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ru-RU"/>
              <a:t>Confluence — платформа для командной работы и управления знаниями</a:t>
            </a:r>
            <a:endParaRPr sz="3600">
              <a:solidFill>
                <a:schemeClr val="lt1"/>
              </a:solidFill>
              <a:highlight>
                <a:schemeClr val="dk2"/>
              </a:highlight>
            </a:endParaRPr>
          </a:p>
        </p:txBody>
      </p:sp>
      <p:pic>
        <p:nvPicPr>
          <p:cNvPr id="587" name="Google Shape;58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25" y="2660750"/>
            <a:ext cx="5300076" cy="34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829" y="4691475"/>
            <a:ext cx="2729886" cy="18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8950" y="3120389"/>
            <a:ext cx="2729874" cy="1819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886925" y="4595275"/>
            <a:ext cx="4360375" cy="21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5" title="Atlassian_Confluence_2017_logo_(cropped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98975" y="179250"/>
            <a:ext cx="1297800" cy="12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3620" y="2254199"/>
            <a:ext cx="3132779" cy="23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6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71375" y="4726292"/>
            <a:ext cx="3132774" cy="191814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5"/>
          <p:cNvSpPr/>
          <p:nvPr/>
        </p:nvSpPr>
        <p:spPr>
          <a:xfrm>
            <a:off x="8368200" y="734875"/>
            <a:ext cx="1983000" cy="129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Open Sans Light"/>
                <a:ea typeface="Open Sans Light"/>
                <a:cs typeface="Open Sans Light"/>
                <a:sym typeface="Open Sans Light"/>
              </a:rPr>
              <a:t>командная работа.png</a:t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95" name="Google Shape;595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51200" y="5222200"/>
            <a:ext cx="3186750" cy="18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6"/>
          <p:cNvSpPr txBox="1"/>
          <p:nvPr>
            <p:ph type="title"/>
          </p:nvPr>
        </p:nvSpPr>
        <p:spPr>
          <a:xfrm>
            <a:off x="612646" y="320040"/>
            <a:ext cx="6858000" cy="9326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ru-RU"/>
              <a:t>Основные возможности</a:t>
            </a:r>
            <a:endParaRPr sz="3600"/>
          </a:p>
        </p:txBody>
      </p:sp>
      <p:sp>
        <p:nvSpPr>
          <p:cNvPr id="601" name="Google Shape;601;p66"/>
          <p:cNvSpPr/>
          <p:nvPr/>
        </p:nvSpPr>
        <p:spPr>
          <a:xfrm>
            <a:off x="612650" y="1454125"/>
            <a:ext cx="5651400" cy="3007500"/>
          </a:xfrm>
          <a:prstGeom prst="roundRect">
            <a:avLst>
              <a:gd fmla="val 16667" name="adj"/>
            </a:avLst>
          </a:prstGeom>
          <a:solidFill>
            <a:srgbClr val="CCF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1"/>
              </a:highlight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02" name="Google Shape;602;p66"/>
          <p:cNvSpPr txBox="1"/>
          <p:nvPr/>
        </p:nvSpPr>
        <p:spPr>
          <a:xfrm>
            <a:off x="700575" y="1788013"/>
            <a:ext cx="365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highlight>
                  <a:srgbClr val="FAF3DF"/>
                </a:highlight>
                <a:latin typeface="Open Sans Light"/>
                <a:ea typeface="Open Sans Light"/>
                <a:cs typeface="Open Sans Light"/>
                <a:sym typeface="Open Sans Light"/>
              </a:rPr>
              <a:t>читай</a:t>
            </a:r>
            <a:endParaRPr sz="2800">
              <a:solidFill>
                <a:schemeClr val="dk1"/>
              </a:solidFill>
              <a:highlight>
                <a:srgbClr val="FAF3DF"/>
              </a:highlight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03" name="Google Shape;603;p66"/>
          <p:cNvSpPr/>
          <p:nvPr/>
        </p:nvSpPr>
        <p:spPr>
          <a:xfrm>
            <a:off x="6705500" y="1659075"/>
            <a:ext cx="5207100" cy="4011900"/>
          </a:xfrm>
          <a:prstGeom prst="roundRect">
            <a:avLst>
              <a:gd fmla="val 16667" name="adj"/>
            </a:avLst>
          </a:prstGeom>
          <a:solidFill>
            <a:srgbClr val="FAF3D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604" name="Google Shape;60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674" y="1454175"/>
            <a:ext cx="4923325" cy="300737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6"/>
          <p:cNvSpPr txBox="1"/>
          <p:nvPr/>
        </p:nvSpPr>
        <p:spPr>
          <a:xfrm>
            <a:off x="8257075" y="4932675"/>
            <a:ext cx="198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highlight>
                  <a:srgbClr val="CCF2ED"/>
                </a:highlight>
              </a:rPr>
              <a:t>создавай</a:t>
            </a:r>
            <a:endParaRPr sz="2800">
              <a:solidFill>
                <a:schemeClr val="dk1"/>
              </a:solidFill>
              <a:highlight>
                <a:srgbClr val="CCF2ED"/>
              </a:highlight>
            </a:endParaRPr>
          </a:p>
        </p:txBody>
      </p:sp>
      <p:sp>
        <p:nvSpPr>
          <p:cNvPr id="606" name="Google Shape;606;p66"/>
          <p:cNvSpPr/>
          <p:nvPr/>
        </p:nvSpPr>
        <p:spPr>
          <a:xfrm>
            <a:off x="1817088" y="4663025"/>
            <a:ext cx="4405800" cy="221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607" name="Google Shape;60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9274" y="1925311"/>
            <a:ext cx="4923325" cy="300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7384" y="4787151"/>
            <a:ext cx="2433905" cy="19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6"/>
          <p:cNvSpPr txBox="1"/>
          <p:nvPr/>
        </p:nvSpPr>
        <p:spPr>
          <a:xfrm>
            <a:off x="5082075" y="6310450"/>
            <a:ext cx="7141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highlight>
                  <a:srgbClr val="F3D6CD"/>
                </a:highlight>
                <a:latin typeface="Amatic SC"/>
                <a:ea typeface="Amatic SC"/>
                <a:cs typeface="Amatic SC"/>
                <a:sym typeface="Amatic SC"/>
              </a:rPr>
              <a:t>ищи</a:t>
            </a:r>
            <a:endParaRPr sz="3200">
              <a:solidFill>
                <a:schemeClr val="dk1"/>
              </a:solidFill>
              <a:highlight>
                <a:srgbClr val="F3D6CD"/>
              </a:highlight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 txBox="1"/>
          <p:nvPr>
            <p:ph type="title"/>
          </p:nvPr>
        </p:nvSpPr>
        <p:spPr>
          <a:xfrm>
            <a:off x="5379813" y="215265"/>
            <a:ext cx="623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ru-RU"/>
              <a:t>Сравнение с другими инструментами</a:t>
            </a:r>
            <a:endParaRPr/>
          </a:p>
        </p:txBody>
      </p:sp>
      <p:sp>
        <p:nvSpPr>
          <p:cNvPr id="615" name="Google Shape;615;p67"/>
          <p:cNvSpPr/>
          <p:nvPr/>
        </p:nvSpPr>
        <p:spPr>
          <a:xfrm>
            <a:off x="351325" y="1814375"/>
            <a:ext cx="10001400" cy="4683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16" name="Google Shape;616;p67"/>
          <p:cNvSpPr/>
          <p:nvPr/>
        </p:nvSpPr>
        <p:spPr>
          <a:xfrm>
            <a:off x="3431075" y="1560375"/>
            <a:ext cx="9477300" cy="558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aphicFrame>
        <p:nvGraphicFramePr>
          <p:cNvPr id="617" name="Google Shape;617;p67"/>
          <p:cNvGraphicFramePr/>
          <p:nvPr/>
        </p:nvGraphicFramePr>
        <p:xfrm>
          <a:off x="9525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{37F296B1-B378-4F19-88F2-47A6AEF7A10F}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Платформа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F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Основное назначение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F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Совместное редактирование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F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Интеграции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F2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Уровень структурирования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F2E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Notion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Заметки, проекты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⚙️</a:t>
                      </a:r>
                      <a:r>
                        <a:rPr lang="ru-RU"/>
                        <a:t> Да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⚙️ Slack, Google Drive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🔹 Средний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Google Docs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Документы и таблицы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⚙️ </a:t>
                      </a:r>
                      <a:r>
                        <a:rPr lang="ru-RU"/>
                        <a:t>Да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⚙️ Google Workspace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🔸 Низкий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Яндекс вики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Упрощенный текст, </a:t>
                      </a:r>
                      <a:r>
                        <a:rPr lang="ru-RU">
                          <a:solidFill>
                            <a:schemeClr val="dk1"/>
                          </a:solidFill>
                        </a:rPr>
                        <a:t>база знаний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⚙️ Да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⚙️ Яндекс сервисы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>
                          <a:solidFill>
                            <a:schemeClr val="dk1"/>
                          </a:solidFill>
                        </a:rPr>
                        <a:t>🔹 Средний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Confluence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Все выше перечисленное + макросы для лучшего форматирования, селф деплой для полного контроля над данными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✅ Да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✅ Jira, Slack, GitHub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/>
                        <a:t>🧭 Высокий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8"/>
          <p:cNvSpPr txBox="1"/>
          <p:nvPr>
            <p:ph type="title"/>
          </p:nvPr>
        </p:nvSpPr>
        <p:spPr>
          <a:xfrm>
            <a:off x="612647" y="548640"/>
            <a:ext cx="109668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ru-RU"/>
              <a:t>Преимущества использования</a:t>
            </a:r>
            <a:endParaRPr/>
          </a:p>
        </p:txBody>
      </p:sp>
      <p:sp>
        <p:nvSpPr>
          <p:cNvPr id="623" name="Google Shape;623;p68"/>
          <p:cNvSpPr/>
          <p:nvPr>
            <p:ph idx="1" type="body"/>
          </p:nvPr>
        </p:nvSpPr>
        <p:spPr>
          <a:xfrm>
            <a:off x="319575" y="1836525"/>
            <a:ext cx="3016200" cy="2529000"/>
          </a:xfrm>
          <a:prstGeom prst="ellipse">
            <a:avLst/>
          </a:prstGeom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Централизованное хранение информации</a:t>
            </a:r>
            <a:endParaRPr/>
          </a:p>
        </p:txBody>
      </p:sp>
      <p:sp>
        <p:nvSpPr>
          <p:cNvPr id="624" name="Google Shape;624;p68"/>
          <p:cNvSpPr/>
          <p:nvPr>
            <p:ph idx="2" type="body"/>
          </p:nvPr>
        </p:nvSpPr>
        <p:spPr>
          <a:xfrm rot="-732179">
            <a:off x="4987865" y="1706566"/>
            <a:ext cx="2529146" cy="2529146"/>
          </a:xfrm>
          <a:prstGeom prst="ellipse">
            <a:avLst/>
          </a:prstGeom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Улучшение коммуникации в команде</a:t>
            </a:r>
            <a:endParaRPr/>
          </a:p>
        </p:txBody>
      </p:sp>
      <p:sp>
        <p:nvSpPr>
          <p:cNvPr id="625" name="Google Shape;625;p68"/>
          <p:cNvSpPr/>
          <p:nvPr>
            <p:ph idx="3" type="body"/>
          </p:nvPr>
        </p:nvSpPr>
        <p:spPr>
          <a:xfrm rot="311186">
            <a:off x="9137288" y="1836471"/>
            <a:ext cx="2528854" cy="2528854"/>
          </a:xfrm>
          <a:prstGeom prst="ellipse">
            <a:avLst/>
          </a:prstGeom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Экономия времени</a:t>
            </a:r>
            <a:endParaRPr/>
          </a:p>
        </p:txBody>
      </p:sp>
      <p:sp>
        <p:nvSpPr>
          <p:cNvPr id="626" name="Google Shape;626;p68"/>
          <p:cNvSpPr/>
          <p:nvPr>
            <p:ph idx="4" type="body"/>
          </p:nvPr>
        </p:nvSpPr>
        <p:spPr>
          <a:xfrm>
            <a:off x="2710400" y="3624125"/>
            <a:ext cx="2529000" cy="2718900"/>
          </a:xfrm>
          <a:prstGeom prst="ellipse">
            <a:avLst/>
          </a:prstGeom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Простота поиска и навигации</a:t>
            </a:r>
            <a:endParaRPr/>
          </a:p>
        </p:txBody>
      </p:sp>
      <p:sp>
        <p:nvSpPr>
          <p:cNvPr id="627" name="Google Shape;627;p68"/>
          <p:cNvSpPr/>
          <p:nvPr>
            <p:ph idx="5" type="body"/>
          </p:nvPr>
        </p:nvSpPr>
        <p:spPr>
          <a:xfrm>
            <a:off x="6580773" y="3813975"/>
            <a:ext cx="3016200" cy="2651700"/>
          </a:xfrm>
          <a:prstGeom prst="ellipse">
            <a:avLst/>
          </a:prstGeom>
        </p:spPr>
        <p:txBody>
          <a:bodyPr anchorCtr="0" anchor="t" bIns="45700" lIns="91425" spcFirstLastPara="1" rIns="91425" wrap="square" tIns="2743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Повышение прозрачности процессов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9"/>
          <p:cNvSpPr txBox="1"/>
          <p:nvPr>
            <p:ph type="title"/>
          </p:nvPr>
        </p:nvSpPr>
        <p:spPr>
          <a:xfrm>
            <a:off x="1916425" y="-447056"/>
            <a:ext cx="10962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ru-RU"/>
              <a:t>Применение в компаниях</a:t>
            </a:r>
            <a:endParaRPr b="0" i="0" sz="6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33" name="Google Shape;63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75" y="1476098"/>
            <a:ext cx="3112774" cy="311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8724" y="4807944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2551" y="1294500"/>
            <a:ext cx="3998225" cy="39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8725" y="1294500"/>
            <a:ext cx="2933275" cy="21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4741272"/>
            <a:ext cx="3142922" cy="196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7125" y="4893675"/>
            <a:ext cx="1964325" cy="19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36950" y="2913750"/>
            <a:ext cx="2048774" cy="204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0"/>
          <p:cNvSpPr txBox="1"/>
          <p:nvPr>
            <p:ph idx="1" type="body"/>
          </p:nvPr>
        </p:nvSpPr>
        <p:spPr>
          <a:xfrm>
            <a:off x="685800" y="1956816"/>
            <a:ext cx="5049000" cy="3986700"/>
          </a:xfrm>
          <a:prstGeom prst="rect">
            <a:avLst/>
          </a:prstGeom>
        </p:spPr>
        <p:txBody>
          <a:bodyPr anchorCtr="0" anchor="t" bIns="45700" lIns="320025" spcFirstLastPara="1" rIns="91425" wrap="square" tIns="5029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без confluence</a:t>
            </a:r>
            <a:endParaRPr/>
          </a:p>
        </p:txBody>
      </p:sp>
      <p:pic>
        <p:nvPicPr>
          <p:cNvPr id="645" name="Google Shape;645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975" y="324302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646" name="Google Shape;646;p70"/>
          <p:cNvSpPr txBox="1"/>
          <p:nvPr>
            <p:ph idx="3" type="body"/>
          </p:nvPr>
        </p:nvSpPr>
        <p:spPr>
          <a:xfrm>
            <a:off x="6358128" y="1956816"/>
            <a:ext cx="5047500" cy="3986700"/>
          </a:xfrm>
          <a:prstGeom prst="rect">
            <a:avLst/>
          </a:prstGeom>
        </p:spPr>
        <p:txBody>
          <a:bodyPr anchorCtr="0" anchor="t" bIns="45700" lIns="320025" spcFirstLastPara="1" rIns="91425" wrap="square" tIns="5029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/>
              <a:t>c confluence</a:t>
            </a:r>
            <a:endParaRPr/>
          </a:p>
        </p:txBody>
      </p:sp>
      <p:sp>
        <p:nvSpPr>
          <p:cNvPr id="647" name="Google Shape;647;p70"/>
          <p:cNvSpPr/>
          <p:nvPr/>
        </p:nvSpPr>
        <p:spPr>
          <a:xfrm>
            <a:off x="4560425" y="210525"/>
            <a:ext cx="9001200" cy="174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48" name="Google Shape;648;p70"/>
          <p:cNvSpPr txBox="1"/>
          <p:nvPr>
            <p:ph type="title"/>
          </p:nvPr>
        </p:nvSpPr>
        <p:spPr>
          <a:xfrm>
            <a:off x="4828074" y="437525"/>
            <a:ext cx="6751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ru-RU"/>
              <a:t>Заключение</a:t>
            </a:r>
            <a:endParaRPr/>
          </a:p>
        </p:txBody>
      </p:sp>
      <p:pic>
        <p:nvPicPr>
          <p:cNvPr id="649" name="Google Shape;649;p7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503895">
            <a:off x="1174375" y="4014550"/>
            <a:ext cx="1412974" cy="1412974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0" name="Google Shape;650;p7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3812" y="3309700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1" name="Google Shape;651;p70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175" y="376372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2" name="Google Shape;652;p70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1195078">
            <a:off x="3234950" y="2944374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3" name="Google Shape;653;p70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405850">
            <a:off x="2503812" y="4014550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4" name="Google Shape;654;p70"/>
          <p:cNvPicPr preferRelativeResize="0"/>
          <p:nvPr>
            <p:ph idx="8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997975">
            <a:off x="3887263" y="4141550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5" name="Google Shape;655;p70"/>
          <p:cNvPicPr preferRelativeResize="0"/>
          <p:nvPr>
            <p:ph idx="9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2549119">
            <a:off x="3887263" y="3428999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6" name="Google Shape;656;p70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1970509">
            <a:off x="1821976" y="306522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7" name="Google Shape;657;p70"/>
          <p:cNvPicPr preferRelativeResize="0"/>
          <p:nvPr>
            <p:ph idx="1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832178">
            <a:off x="1599825" y="4656000"/>
            <a:ext cx="1412974" cy="1412974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8" name="Google Shape;658;p70"/>
          <p:cNvPicPr preferRelativeResize="0"/>
          <p:nvPr>
            <p:ph idx="15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188" y="4507250"/>
            <a:ext cx="2832262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59" name="Google Shape;659;p70"/>
          <p:cNvPicPr preferRelativeResize="0"/>
          <p:nvPr>
            <p:ph idx="16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5225" y="29443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0" name="Google Shape;660;p70"/>
          <p:cNvPicPr preferRelativeResize="0"/>
          <p:nvPr>
            <p:ph idx="17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7625" y="30967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1" name="Google Shape;661;p70"/>
          <p:cNvPicPr preferRelativeResize="0"/>
          <p:nvPr>
            <p:ph idx="18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0025" y="32491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2" name="Google Shape;662;p70"/>
          <p:cNvPicPr preferRelativeResize="0"/>
          <p:nvPr>
            <p:ph idx="19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2425" y="34015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3" name="Google Shape;663;p70"/>
          <p:cNvPicPr preferRelativeResize="0"/>
          <p:nvPr>
            <p:ph idx="20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4825" y="35539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4" name="Google Shape;664;p70"/>
          <p:cNvPicPr preferRelativeResize="0"/>
          <p:nvPr>
            <p:ph idx="21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7225" y="37063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5" name="Google Shape;665;p70"/>
          <p:cNvPicPr preferRelativeResize="0"/>
          <p:nvPr>
            <p:ph idx="2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9625" y="38587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6" name="Google Shape;666;p70"/>
          <p:cNvPicPr preferRelativeResize="0"/>
          <p:nvPr>
            <p:ph idx="2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2025" y="40111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7" name="Google Shape;667;p70"/>
          <p:cNvPicPr preferRelativeResize="0"/>
          <p:nvPr>
            <p:ph idx="2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4550" y="29443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8" name="Google Shape;668;p70"/>
          <p:cNvPicPr preferRelativeResize="0"/>
          <p:nvPr>
            <p:ph idx="25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950" y="30967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69" name="Google Shape;669;p70"/>
          <p:cNvPicPr preferRelativeResize="0"/>
          <p:nvPr>
            <p:ph idx="26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9350" y="32491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0" name="Google Shape;670;p70"/>
          <p:cNvPicPr preferRelativeResize="0"/>
          <p:nvPr>
            <p:ph idx="27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750" y="34015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1" name="Google Shape;671;p70"/>
          <p:cNvPicPr preferRelativeResize="0"/>
          <p:nvPr>
            <p:ph idx="28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4150" y="35539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2" name="Google Shape;672;p70"/>
          <p:cNvPicPr preferRelativeResize="0"/>
          <p:nvPr>
            <p:ph idx="29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6550" y="37063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3" name="Google Shape;673;p70"/>
          <p:cNvPicPr preferRelativeResize="0"/>
          <p:nvPr>
            <p:ph idx="30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8950" y="38587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4" name="Google Shape;674;p70"/>
          <p:cNvPicPr preferRelativeResize="0"/>
          <p:nvPr>
            <p:ph idx="31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1350" y="40111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5" name="Google Shape;675;p70"/>
          <p:cNvPicPr preferRelativeResize="0"/>
          <p:nvPr>
            <p:ph idx="3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587" y="29443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6" name="Google Shape;676;p70"/>
          <p:cNvPicPr preferRelativeResize="0"/>
          <p:nvPr>
            <p:ph idx="3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2987" y="30967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7" name="Google Shape;677;p70"/>
          <p:cNvPicPr preferRelativeResize="0"/>
          <p:nvPr>
            <p:ph idx="3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5387" y="32491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8" name="Google Shape;678;p70"/>
          <p:cNvPicPr preferRelativeResize="0"/>
          <p:nvPr>
            <p:ph idx="35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7787" y="34015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79" name="Google Shape;679;p70"/>
          <p:cNvPicPr preferRelativeResize="0"/>
          <p:nvPr>
            <p:ph idx="36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0187" y="35539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80" name="Google Shape;680;p70"/>
          <p:cNvPicPr preferRelativeResize="0"/>
          <p:nvPr>
            <p:ph idx="37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2587" y="37063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81" name="Google Shape;681;p70"/>
          <p:cNvPicPr preferRelativeResize="0"/>
          <p:nvPr>
            <p:ph idx="38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4987" y="38587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682" name="Google Shape;682;p70"/>
          <p:cNvPicPr preferRelativeResize="0"/>
          <p:nvPr>
            <p:ph idx="39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7387" y="4011175"/>
            <a:ext cx="1412975" cy="1412975"/>
          </a:xfrm>
          <a:prstGeom prst="rect">
            <a:avLst/>
          </a:prstGeom>
          <a:blipFill rotWithShape="1">
            <a:blip r:embed="rId4">
              <a:alphaModFix amt="75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овременный геометрический стиль">
  <a:themeElements>
    <a:clrScheme name="Custom 333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